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85" r:id="rId2"/>
    <p:sldId id="290" r:id="rId3"/>
    <p:sldId id="313" r:id="rId4"/>
    <p:sldId id="308" r:id="rId5"/>
    <p:sldId id="309" r:id="rId6"/>
    <p:sldId id="310" r:id="rId7"/>
    <p:sldId id="311" r:id="rId8"/>
    <p:sldId id="312" r:id="rId9"/>
    <p:sldId id="359" r:id="rId10"/>
    <p:sldId id="360" r:id="rId11"/>
    <p:sldId id="361" r:id="rId12"/>
    <p:sldId id="364" r:id="rId13"/>
    <p:sldId id="365" r:id="rId14"/>
    <p:sldId id="314" r:id="rId15"/>
    <p:sldId id="315" r:id="rId16"/>
    <p:sldId id="316" r:id="rId17"/>
    <p:sldId id="332" r:id="rId18"/>
    <p:sldId id="347" r:id="rId19"/>
    <p:sldId id="353" r:id="rId20"/>
    <p:sldId id="354" r:id="rId21"/>
    <p:sldId id="355" r:id="rId22"/>
    <p:sldId id="356" r:id="rId23"/>
    <p:sldId id="357" r:id="rId24"/>
    <p:sldId id="358" r:id="rId25"/>
    <p:sldId id="36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102" y="5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8.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8.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16.svg"/></Relationships>
</file>

<file path=ppt/diagrams/_rels/data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1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8.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8.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16.svg"/></Relationships>
</file>

<file path=ppt/diagrams/_rels/drawing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124C18-A03D-4B62-B170-14C574CDEFFD}" type="doc">
      <dgm:prSet loTypeId="urn:microsoft.com/office/officeart/2008/layout/LinedList" loCatId="list" qsTypeId="urn:microsoft.com/office/officeart/2005/8/quickstyle/simple5" qsCatId="simple" csTypeId="urn:microsoft.com/office/officeart/2005/8/colors/accent3_2" csCatId="accent3"/>
      <dgm:spPr/>
      <dgm:t>
        <a:bodyPr/>
        <a:lstStyle/>
        <a:p>
          <a:endParaRPr lang="en-US"/>
        </a:p>
      </dgm:t>
    </dgm:pt>
    <dgm:pt modelId="{C12D7847-A32D-4926-BE67-EB5CDC74E315}">
      <dgm:prSet/>
      <dgm:spPr/>
      <dgm:t>
        <a:bodyPr/>
        <a:lstStyle/>
        <a:p>
          <a:r>
            <a:rPr lang="en-IE"/>
            <a:t>What is GDPR?</a:t>
          </a:r>
          <a:endParaRPr lang="en-US"/>
        </a:p>
      </dgm:t>
    </dgm:pt>
    <dgm:pt modelId="{9BB95C06-9CED-4E74-A8CD-564043F19E96}" type="parTrans" cxnId="{6BEA21E6-21F2-43CC-8DBB-DDD37F7674AA}">
      <dgm:prSet/>
      <dgm:spPr/>
      <dgm:t>
        <a:bodyPr/>
        <a:lstStyle/>
        <a:p>
          <a:endParaRPr lang="en-US"/>
        </a:p>
      </dgm:t>
    </dgm:pt>
    <dgm:pt modelId="{E74A3C91-6EC1-4983-9723-9DA617DCCED3}" type="sibTrans" cxnId="{6BEA21E6-21F2-43CC-8DBB-DDD37F7674AA}">
      <dgm:prSet/>
      <dgm:spPr/>
      <dgm:t>
        <a:bodyPr/>
        <a:lstStyle/>
        <a:p>
          <a:endParaRPr lang="en-US"/>
        </a:p>
      </dgm:t>
    </dgm:pt>
    <dgm:pt modelId="{DA10316D-25FA-45B9-AEFA-A1AAD5207582}">
      <dgm:prSet/>
      <dgm:spPr/>
      <dgm:t>
        <a:bodyPr/>
        <a:lstStyle/>
        <a:p>
          <a:r>
            <a:rPr lang="en-IE"/>
            <a:t>Why was GDPR introduced?</a:t>
          </a:r>
          <a:endParaRPr lang="en-US"/>
        </a:p>
      </dgm:t>
    </dgm:pt>
    <dgm:pt modelId="{CE763101-ECE3-4054-9330-D47E0C94824C}" type="parTrans" cxnId="{C9C8BB1E-26FE-4419-B840-3DB2793FBCF1}">
      <dgm:prSet/>
      <dgm:spPr/>
      <dgm:t>
        <a:bodyPr/>
        <a:lstStyle/>
        <a:p>
          <a:endParaRPr lang="en-US"/>
        </a:p>
      </dgm:t>
    </dgm:pt>
    <dgm:pt modelId="{3177ABBF-347B-4D3F-B2B1-1D953F2690EA}" type="sibTrans" cxnId="{C9C8BB1E-26FE-4419-B840-3DB2793FBCF1}">
      <dgm:prSet/>
      <dgm:spPr/>
      <dgm:t>
        <a:bodyPr/>
        <a:lstStyle/>
        <a:p>
          <a:endParaRPr lang="en-US"/>
        </a:p>
      </dgm:t>
    </dgm:pt>
    <dgm:pt modelId="{D20C9608-3C78-4EB2-B803-68E10510EB50}">
      <dgm:prSet/>
      <dgm:spPr/>
      <dgm:t>
        <a:bodyPr/>
        <a:lstStyle/>
        <a:p>
          <a:r>
            <a:rPr lang="en-IE"/>
            <a:t>Key principles of GDPR (lawfulness, fairness, transparency, purpose limitation, data minimisation, etc.).</a:t>
          </a:r>
          <a:endParaRPr lang="en-US"/>
        </a:p>
      </dgm:t>
    </dgm:pt>
    <dgm:pt modelId="{19425CB7-AD24-4944-B3B2-5CD9681B1C50}" type="parTrans" cxnId="{82AAB841-A4C3-4A7B-9F62-612B182C5B0E}">
      <dgm:prSet/>
      <dgm:spPr/>
      <dgm:t>
        <a:bodyPr/>
        <a:lstStyle/>
        <a:p>
          <a:endParaRPr lang="en-US"/>
        </a:p>
      </dgm:t>
    </dgm:pt>
    <dgm:pt modelId="{E3E7DA9F-1435-4207-8E9D-083CF97CD225}" type="sibTrans" cxnId="{82AAB841-A4C3-4A7B-9F62-612B182C5B0E}">
      <dgm:prSet/>
      <dgm:spPr/>
      <dgm:t>
        <a:bodyPr/>
        <a:lstStyle/>
        <a:p>
          <a:endParaRPr lang="en-US"/>
        </a:p>
      </dgm:t>
    </dgm:pt>
    <dgm:pt modelId="{2FA8AED3-F8D1-4837-9A10-5F0AA67918BD}" type="pres">
      <dgm:prSet presAssocID="{E4124C18-A03D-4B62-B170-14C574CDEFFD}" presName="vert0" presStyleCnt="0">
        <dgm:presLayoutVars>
          <dgm:dir/>
          <dgm:animOne val="branch"/>
          <dgm:animLvl val="lvl"/>
        </dgm:presLayoutVars>
      </dgm:prSet>
      <dgm:spPr/>
    </dgm:pt>
    <dgm:pt modelId="{EC41D431-5555-4616-8D7D-FF08D78A6EB3}" type="pres">
      <dgm:prSet presAssocID="{C12D7847-A32D-4926-BE67-EB5CDC74E315}" presName="thickLine" presStyleLbl="alignNode1" presStyleIdx="0" presStyleCnt="3"/>
      <dgm:spPr/>
    </dgm:pt>
    <dgm:pt modelId="{405D178B-9B20-41E0-9502-B55C8E2E8F9D}" type="pres">
      <dgm:prSet presAssocID="{C12D7847-A32D-4926-BE67-EB5CDC74E315}" presName="horz1" presStyleCnt="0"/>
      <dgm:spPr/>
    </dgm:pt>
    <dgm:pt modelId="{EF288216-C36B-4748-B017-A3F6B437F4CD}" type="pres">
      <dgm:prSet presAssocID="{C12D7847-A32D-4926-BE67-EB5CDC74E315}" presName="tx1" presStyleLbl="revTx" presStyleIdx="0" presStyleCnt="3"/>
      <dgm:spPr/>
    </dgm:pt>
    <dgm:pt modelId="{8AA8C604-5B50-41C3-A6E7-1DD89D264337}" type="pres">
      <dgm:prSet presAssocID="{C12D7847-A32D-4926-BE67-EB5CDC74E315}" presName="vert1" presStyleCnt="0"/>
      <dgm:spPr/>
    </dgm:pt>
    <dgm:pt modelId="{FAF8C2B9-E7FD-4DA7-B8C9-C12E1F10E986}" type="pres">
      <dgm:prSet presAssocID="{DA10316D-25FA-45B9-AEFA-A1AAD5207582}" presName="thickLine" presStyleLbl="alignNode1" presStyleIdx="1" presStyleCnt="3"/>
      <dgm:spPr/>
    </dgm:pt>
    <dgm:pt modelId="{9ED08F69-0FB7-4F21-824D-26061A196296}" type="pres">
      <dgm:prSet presAssocID="{DA10316D-25FA-45B9-AEFA-A1AAD5207582}" presName="horz1" presStyleCnt="0"/>
      <dgm:spPr/>
    </dgm:pt>
    <dgm:pt modelId="{B6178790-400B-4ACB-AE0A-37053D870C61}" type="pres">
      <dgm:prSet presAssocID="{DA10316D-25FA-45B9-AEFA-A1AAD5207582}" presName="tx1" presStyleLbl="revTx" presStyleIdx="1" presStyleCnt="3"/>
      <dgm:spPr/>
    </dgm:pt>
    <dgm:pt modelId="{B82918D8-FE3A-4566-9776-36BBD910C207}" type="pres">
      <dgm:prSet presAssocID="{DA10316D-25FA-45B9-AEFA-A1AAD5207582}" presName="vert1" presStyleCnt="0"/>
      <dgm:spPr/>
    </dgm:pt>
    <dgm:pt modelId="{6014605D-221F-4898-B0D2-BC611AF75C30}" type="pres">
      <dgm:prSet presAssocID="{D20C9608-3C78-4EB2-B803-68E10510EB50}" presName="thickLine" presStyleLbl="alignNode1" presStyleIdx="2" presStyleCnt="3"/>
      <dgm:spPr/>
    </dgm:pt>
    <dgm:pt modelId="{EE5D5C7F-89EB-42A6-BB48-EBC31C95B546}" type="pres">
      <dgm:prSet presAssocID="{D20C9608-3C78-4EB2-B803-68E10510EB50}" presName="horz1" presStyleCnt="0"/>
      <dgm:spPr/>
    </dgm:pt>
    <dgm:pt modelId="{6252B30D-ED51-4C9F-B195-2B9F07132754}" type="pres">
      <dgm:prSet presAssocID="{D20C9608-3C78-4EB2-B803-68E10510EB50}" presName="tx1" presStyleLbl="revTx" presStyleIdx="2" presStyleCnt="3"/>
      <dgm:spPr/>
    </dgm:pt>
    <dgm:pt modelId="{92633643-A3C5-488B-B035-E1C3FFF11310}" type="pres">
      <dgm:prSet presAssocID="{D20C9608-3C78-4EB2-B803-68E10510EB50}" presName="vert1" presStyleCnt="0"/>
      <dgm:spPr/>
    </dgm:pt>
  </dgm:ptLst>
  <dgm:cxnLst>
    <dgm:cxn modelId="{BB01F300-8D07-4062-833C-3192D6D8BF4B}" type="presOf" srcId="{D20C9608-3C78-4EB2-B803-68E10510EB50}" destId="{6252B30D-ED51-4C9F-B195-2B9F07132754}" srcOrd="0" destOrd="0" presId="urn:microsoft.com/office/officeart/2008/layout/LinedList"/>
    <dgm:cxn modelId="{C9C8BB1E-26FE-4419-B840-3DB2793FBCF1}" srcId="{E4124C18-A03D-4B62-B170-14C574CDEFFD}" destId="{DA10316D-25FA-45B9-AEFA-A1AAD5207582}" srcOrd="1" destOrd="0" parTransId="{CE763101-ECE3-4054-9330-D47E0C94824C}" sibTransId="{3177ABBF-347B-4D3F-B2B1-1D953F2690EA}"/>
    <dgm:cxn modelId="{82AAB841-A4C3-4A7B-9F62-612B182C5B0E}" srcId="{E4124C18-A03D-4B62-B170-14C574CDEFFD}" destId="{D20C9608-3C78-4EB2-B803-68E10510EB50}" srcOrd="2" destOrd="0" parTransId="{19425CB7-AD24-4944-B3B2-5CD9681B1C50}" sibTransId="{E3E7DA9F-1435-4207-8E9D-083CF97CD225}"/>
    <dgm:cxn modelId="{95274756-2BD8-4619-8BF6-1AEB5668586F}" type="presOf" srcId="{E4124C18-A03D-4B62-B170-14C574CDEFFD}" destId="{2FA8AED3-F8D1-4837-9A10-5F0AA67918BD}" srcOrd="0" destOrd="0" presId="urn:microsoft.com/office/officeart/2008/layout/LinedList"/>
    <dgm:cxn modelId="{0B820B8E-DB5A-44C4-99E9-DF7529D16C23}" type="presOf" srcId="{C12D7847-A32D-4926-BE67-EB5CDC74E315}" destId="{EF288216-C36B-4748-B017-A3F6B437F4CD}" srcOrd="0" destOrd="0" presId="urn:microsoft.com/office/officeart/2008/layout/LinedList"/>
    <dgm:cxn modelId="{6BEA21E6-21F2-43CC-8DBB-DDD37F7674AA}" srcId="{E4124C18-A03D-4B62-B170-14C574CDEFFD}" destId="{C12D7847-A32D-4926-BE67-EB5CDC74E315}" srcOrd="0" destOrd="0" parTransId="{9BB95C06-9CED-4E74-A8CD-564043F19E96}" sibTransId="{E74A3C91-6EC1-4983-9723-9DA617DCCED3}"/>
    <dgm:cxn modelId="{37094EE6-2C4F-4027-9B62-A540111E4237}" type="presOf" srcId="{DA10316D-25FA-45B9-AEFA-A1AAD5207582}" destId="{B6178790-400B-4ACB-AE0A-37053D870C61}" srcOrd="0" destOrd="0" presId="urn:microsoft.com/office/officeart/2008/layout/LinedList"/>
    <dgm:cxn modelId="{F6D766EF-6D06-42F5-9194-81A926666C24}" type="presParOf" srcId="{2FA8AED3-F8D1-4837-9A10-5F0AA67918BD}" destId="{EC41D431-5555-4616-8D7D-FF08D78A6EB3}" srcOrd="0" destOrd="0" presId="urn:microsoft.com/office/officeart/2008/layout/LinedList"/>
    <dgm:cxn modelId="{BFE3A91F-9C2E-4450-86B5-4ADAB7B8AC9A}" type="presParOf" srcId="{2FA8AED3-F8D1-4837-9A10-5F0AA67918BD}" destId="{405D178B-9B20-41E0-9502-B55C8E2E8F9D}" srcOrd="1" destOrd="0" presId="urn:microsoft.com/office/officeart/2008/layout/LinedList"/>
    <dgm:cxn modelId="{2921B062-9B5B-4CE0-8483-6CBEE8310DEC}" type="presParOf" srcId="{405D178B-9B20-41E0-9502-B55C8E2E8F9D}" destId="{EF288216-C36B-4748-B017-A3F6B437F4CD}" srcOrd="0" destOrd="0" presId="urn:microsoft.com/office/officeart/2008/layout/LinedList"/>
    <dgm:cxn modelId="{D2B174BA-28A1-46DC-AFC7-E5E105E13A2B}" type="presParOf" srcId="{405D178B-9B20-41E0-9502-B55C8E2E8F9D}" destId="{8AA8C604-5B50-41C3-A6E7-1DD89D264337}" srcOrd="1" destOrd="0" presId="urn:microsoft.com/office/officeart/2008/layout/LinedList"/>
    <dgm:cxn modelId="{5AB0A5E4-AB16-4FED-9E06-1EBC40FC7936}" type="presParOf" srcId="{2FA8AED3-F8D1-4837-9A10-5F0AA67918BD}" destId="{FAF8C2B9-E7FD-4DA7-B8C9-C12E1F10E986}" srcOrd="2" destOrd="0" presId="urn:microsoft.com/office/officeart/2008/layout/LinedList"/>
    <dgm:cxn modelId="{2B015344-BE9C-4504-A38B-F9E4AA65FBF2}" type="presParOf" srcId="{2FA8AED3-F8D1-4837-9A10-5F0AA67918BD}" destId="{9ED08F69-0FB7-4F21-824D-26061A196296}" srcOrd="3" destOrd="0" presId="urn:microsoft.com/office/officeart/2008/layout/LinedList"/>
    <dgm:cxn modelId="{2C785A24-A423-4753-9A63-16057B217934}" type="presParOf" srcId="{9ED08F69-0FB7-4F21-824D-26061A196296}" destId="{B6178790-400B-4ACB-AE0A-37053D870C61}" srcOrd="0" destOrd="0" presId="urn:microsoft.com/office/officeart/2008/layout/LinedList"/>
    <dgm:cxn modelId="{F6CAB00D-07A4-4F0A-BD8A-579888548F31}" type="presParOf" srcId="{9ED08F69-0FB7-4F21-824D-26061A196296}" destId="{B82918D8-FE3A-4566-9776-36BBD910C207}" srcOrd="1" destOrd="0" presId="urn:microsoft.com/office/officeart/2008/layout/LinedList"/>
    <dgm:cxn modelId="{3BFD3CD2-0D4C-4F4E-84D0-18D98C0EF9C4}" type="presParOf" srcId="{2FA8AED3-F8D1-4837-9A10-5F0AA67918BD}" destId="{6014605D-221F-4898-B0D2-BC611AF75C30}" srcOrd="4" destOrd="0" presId="urn:microsoft.com/office/officeart/2008/layout/LinedList"/>
    <dgm:cxn modelId="{DE70D924-5CC2-4272-A101-799602D3E034}" type="presParOf" srcId="{2FA8AED3-F8D1-4837-9A10-5F0AA67918BD}" destId="{EE5D5C7F-89EB-42A6-BB48-EBC31C95B546}" srcOrd="5" destOrd="0" presId="urn:microsoft.com/office/officeart/2008/layout/LinedList"/>
    <dgm:cxn modelId="{DED6410F-9AF2-44E4-843B-E8EA26B85D1F}" type="presParOf" srcId="{EE5D5C7F-89EB-42A6-BB48-EBC31C95B546}" destId="{6252B30D-ED51-4C9F-B195-2B9F07132754}" srcOrd="0" destOrd="0" presId="urn:microsoft.com/office/officeart/2008/layout/LinedList"/>
    <dgm:cxn modelId="{1E7237A8-1901-4796-A7E6-F1B8AE6B0619}" type="presParOf" srcId="{EE5D5C7F-89EB-42A6-BB48-EBC31C95B546}" destId="{92633643-A3C5-488B-B035-E1C3FFF1131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124C18-A03D-4B62-B170-14C574CDEFFD}"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C12D7847-A32D-4926-BE67-EB5CDC74E315}">
      <dgm:prSet/>
      <dgm:spPr/>
      <dgm:t>
        <a:bodyPr/>
        <a:lstStyle/>
        <a:p>
          <a:pPr>
            <a:lnSpc>
              <a:spcPct val="100000"/>
            </a:lnSpc>
          </a:pPr>
          <a:r>
            <a:rPr lang="en-US" dirty="0"/>
            <a:t>Who does GDPR apply to? </a:t>
          </a:r>
        </a:p>
      </dgm:t>
    </dgm:pt>
    <dgm:pt modelId="{9BB95C06-9CED-4E74-A8CD-564043F19E96}" type="parTrans" cxnId="{6BEA21E6-21F2-43CC-8DBB-DDD37F7674AA}">
      <dgm:prSet/>
      <dgm:spPr/>
      <dgm:t>
        <a:bodyPr/>
        <a:lstStyle/>
        <a:p>
          <a:endParaRPr lang="en-US"/>
        </a:p>
      </dgm:t>
    </dgm:pt>
    <dgm:pt modelId="{E74A3C91-6EC1-4983-9723-9DA617DCCED3}" type="sibTrans" cxnId="{6BEA21E6-21F2-43CC-8DBB-DDD37F7674AA}">
      <dgm:prSet/>
      <dgm:spPr/>
      <dgm:t>
        <a:bodyPr/>
        <a:lstStyle/>
        <a:p>
          <a:endParaRPr lang="en-US"/>
        </a:p>
      </dgm:t>
    </dgm:pt>
    <dgm:pt modelId="{DA10316D-25FA-45B9-AEFA-A1AAD5207582}">
      <dgm:prSet/>
      <dgm:spPr/>
      <dgm:t>
        <a:bodyPr/>
        <a:lstStyle/>
        <a:p>
          <a:pPr>
            <a:lnSpc>
              <a:spcPct val="100000"/>
            </a:lnSpc>
          </a:pPr>
          <a:r>
            <a:rPr lang="en-IE" dirty="0"/>
            <a:t>What types of data are protected under GDPR?</a:t>
          </a:r>
          <a:endParaRPr lang="en-US" dirty="0"/>
        </a:p>
      </dgm:t>
    </dgm:pt>
    <dgm:pt modelId="{CE763101-ECE3-4054-9330-D47E0C94824C}" type="parTrans" cxnId="{C9C8BB1E-26FE-4419-B840-3DB2793FBCF1}">
      <dgm:prSet/>
      <dgm:spPr/>
      <dgm:t>
        <a:bodyPr/>
        <a:lstStyle/>
        <a:p>
          <a:endParaRPr lang="en-US"/>
        </a:p>
      </dgm:t>
    </dgm:pt>
    <dgm:pt modelId="{3177ABBF-347B-4D3F-B2B1-1D953F2690EA}" type="sibTrans" cxnId="{C9C8BB1E-26FE-4419-B840-3DB2793FBCF1}">
      <dgm:prSet/>
      <dgm:spPr/>
      <dgm:t>
        <a:bodyPr/>
        <a:lstStyle/>
        <a:p>
          <a:endParaRPr lang="en-US"/>
        </a:p>
      </dgm:t>
    </dgm:pt>
    <dgm:pt modelId="{D20C9608-3C78-4EB2-B803-68E10510EB50}">
      <dgm:prSet/>
      <dgm:spPr/>
      <dgm:t>
        <a:bodyPr/>
        <a:lstStyle/>
        <a:p>
          <a:pPr>
            <a:lnSpc>
              <a:spcPct val="100000"/>
            </a:lnSpc>
          </a:pPr>
          <a:r>
            <a:rPr lang="en-IE" dirty="0"/>
            <a:t>Territorial scope and extraterritoriality</a:t>
          </a:r>
          <a:endParaRPr lang="en-US" dirty="0"/>
        </a:p>
      </dgm:t>
    </dgm:pt>
    <dgm:pt modelId="{19425CB7-AD24-4944-B3B2-5CD9681B1C50}" type="parTrans" cxnId="{82AAB841-A4C3-4A7B-9F62-612B182C5B0E}">
      <dgm:prSet/>
      <dgm:spPr/>
      <dgm:t>
        <a:bodyPr/>
        <a:lstStyle/>
        <a:p>
          <a:endParaRPr lang="en-US"/>
        </a:p>
      </dgm:t>
    </dgm:pt>
    <dgm:pt modelId="{E3E7DA9F-1435-4207-8E9D-083CF97CD225}" type="sibTrans" cxnId="{82AAB841-A4C3-4A7B-9F62-612B182C5B0E}">
      <dgm:prSet/>
      <dgm:spPr/>
      <dgm:t>
        <a:bodyPr/>
        <a:lstStyle/>
        <a:p>
          <a:endParaRPr lang="en-US"/>
        </a:p>
      </dgm:t>
    </dgm:pt>
    <dgm:pt modelId="{C4608291-0EA9-4925-B9A3-BE3A6ACCF740}" type="pres">
      <dgm:prSet presAssocID="{E4124C18-A03D-4B62-B170-14C574CDEFFD}" presName="root" presStyleCnt="0">
        <dgm:presLayoutVars>
          <dgm:dir/>
          <dgm:resizeHandles val="exact"/>
        </dgm:presLayoutVars>
      </dgm:prSet>
      <dgm:spPr/>
    </dgm:pt>
    <dgm:pt modelId="{420263F6-3E39-4D5F-B378-E22EC681042F}" type="pres">
      <dgm:prSet presAssocID="{C12D7847-A32D-4926-BE67-EB5CDC74E315}" presName="compNode" presStyleCnt="0"/>
      <dgm:spPr/>
    </dgm:pt>
    <dgm:pt modelId="{9C1362FE-1642-4513-8BE6-CA17E1183798}" type="pres">
      <dgm:prSet presAssocID="{C12D7847-A32D-4926-BE67-EB5CDC74E315}" presName="bgRect" presStyleLbl="bgShp" presStyleIdx="0" presStyleCnt="3"/>
      <dgm:spPr/>
    </dgm:pt>
    <dgm:pt modelId="{F2EF2DB9-AD3D-4D1E-B483-38E838C05315}" type="pres">
      <dgm:prSet presAssocID="{C12D7847-A32D-4926-BE67-EB5CDC74E31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C90A486B-DC18-4509-B280-DF37509E91C3}" type="pres">
      <dgm:prSet presAssocID="{C12D7847-A32D-4926-BE67-EB5CDC74E315}" presName="spaceRect" presStyleCnt="0"/>
      <dgm:spPr/>
    </dgm:pt>
    <dgm:pt modelId="{379B34FD-09B6-43EF-B917-FC643DD63795}" type="pres">
      <dgm:prSet presAssocID="{C12D7847-A32D-4926-BE67-EB5CDC74E315}" presName="parTx" presStyleLbl="revTx" presStyleIdx="0" presStyleCnt="3">
        <dgm:presLayoutVars>
          <dgm:chMax val="0"/>
          <dgm:chPref val="0"/>
        </dgm:presLayoutVars>
      </dgm:prSet>
      <dgm:spPr/>
    </dgm:pt>
    <dgm:pt modelId="{F2214A3E-2E1C-4322-8BDC-7A4E82497A14}" type="pres">
      <dgm:prSet presAssocID="{E74A3C91-6EC1-4983-9723-9DA617DCCED3}" presName="sibTrans" presStyleCnt="0"/>
      <dgm:spPr/>
    </dgm:pt>
    <dgm:pt modelId="{B3C0A658-BEBA-4115-BCE9-1E7DDC8BE914}" type="pres">
      <dgm:prSet presAssocID="{DA10316D-25FA-45B9-AEFA-A1AAD5207582}" presName="compNode" presStyleCnt="0"/>
      <dgm:spPr/>
    </dgm:pt>
    <dgm:pt modelId="{FAE8FCCB-60F4-4E71-96C5-5D312AF8DDD8}" type="pres">
      <dgm:prSet presAssocID="{DA10316D-25FA-45B9-AEFA-A1AAD5207582}" presName="bgRect" presStyleLbl="bgShp" presStyleIdx="1" presStyleCnt="3"/>
      <dgm:spPr/>
    </dgm:pt>
    <dgm:pt modelId="{8C917E50-92DC-4B8C-B7B4-3100E0AC56D5}" type="pres">
      <dgm:prSet presAssocID="{DA10316D-25FA-45B9-AEFA-A1AAD520758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afe"/>
        </a:ext>
      </dgm:extLst>
    </dgm:pt>
    <dgm:pt modelId="{61818A72-F466-4E39-B831-B45CD1345F0D}" type="pres">
      <dgm:prSet presAssocID="{DA10316D-25FA-45B9-AEFA-A1AAD5207582}" presName="spaceRect" presStyleCnt="0"/>
      <dgm:spPr/>
    </dgm:pt>
    <dgm:pt modelId="{EDD6F04E-255E-4577-94C7-9705F9D1DCBB}" type="pres">
      <dgm:prSet presAssocID="{DA10316D-25FA-45B9-AEFA-A1AAD5207582}" presName="parTx" presStyleLbl="revTx" presStyleIdx="1" presStyleCnt="3">
        <dgm:presLayoutVars>
          <dgm:chMax val="0"/>
          <dgm:chPref val="0"/>
        </dgm:presLayoutVars>
      </dgm:prSet>
      <dgm:spPr/>
    </dgm:pt>
    <dgm:pt modelId="{3FF27360-A22E-4DCF-9DAC-F2494F2EBC89}" type="pres">
      <dgm:prSet presAssocID="{3177ABBF-347B-4D3F-B2B1-1D953F2690EA}" presName="sibTrans" presStyleCnt="0"/>
      <dgm:spPr/>
    </dgm:pt>
    <dgm:pt modelId="{3FE3B06A-8815-4610-BAC6-DBA2ED437285}" type="pres">
      <dgm:prSet presAssocID="{D20C9608-3C78-4EB2-B803-68E10510EB50}" presName="compNode" presStyleCnt="0"/>
      <dgm:spPr/>
    </dgm:pt>
    <dgm:pt modelId="{359F9A58-66A6-4B31-8CBD-BC2597484A8B}" type="pres">
      <dgm:prSet presAssocID="{D20C9608-3C78-4EB2-B803-68E10510EB50}" presName="bgRect" presStyleLbl="bgShp" presStyleIdx="2" presStyleCnt="3"/>
      <dgm:spPr/>
    </dgm:pt>
    <dgm:pt modelId="{BC1FE7A1-F177-4E5F-A417-1A1228E33569}" type="pres">
      <dgm:prSet presAssocID="{D20C9608-3C78-4EB2-B803-68E10510EB5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ick"/>
        </a:ext>
      </dgm:extLst>
    </dgm:pt>
    <dgm:pt modelId="{F906AE33-9EDE-4F51-B24E-8F94D18B206A}" type="pres">
      <dgm:prSet presAssocID="{D20C9608-3C78-4EB2-B803-68E10510EB50}" presName="spaceRect" presStyleCnt="0"/>
      <dgm:spPr/>
    </dgm:pt>
    <dgm:pt modelId="{AD6FF86B-5CF8-45E4-8BA2-B5A71190C179}" type="pres">
      <dgm:prSet presAssocID="{D20C9608-3C78-4EB2-B803-68E10510EB50}" presName="parTx" presStyleLbl="revTx" presStyleIdx="2" presStyleCnt="3">
        <dgm:presLayoutVars>
          <dgm:chMax val="0"/>
          <dgm:chPref val="0"/>
        </dgm:presLayoutVars>
      </dgm:prSet>
      <dgm:spPr/>
    </dgm:pt>
  </dgm:ptLst>
  <dgm:cxnLst>
    <dgm:cxn modelId="{C9C8BB1E-26FE-4419-B840-3DB2793FBCF1}" srcId="{E4124C18-A03D-4B62-B170-14C574CDEFFD}" destId="{DA10316D-25FA-45B9-AEFA-A1AAD5207582}" srcOrd="1" destOrd="0" parTransId="{CE763101-ECE3-4054-9330-D47E0C94824C}" sibTransId="{3177ABBF-347B-4D3F-B2B1-1D953F2690EA}"/>
    <dgm:cxn modelId="{3B79682B-053D-4B87-A0B8-2EC5F675530C}" type="presOf" srcId="{D20C9608-3C78-4EB2-B803-68E10510EB50}" destId="{AD6FF86B-5CF8-45E4-8BA2-B5A71190C179}" srcOrd="0" destOrd="0" presId="urn:microsoft.com/office/officeart/2018/2/layout/IconVerticalSolidList"/>
    <dgm:cxn modelId="{08DDF431-2189-49D1-9A81-C04FF9507B31}" type="presOf" srcId="{E4124C18-A03D-4B62-B170-14C574CDEFFD}" destId="{C4608291-0EA9-4925-B9A3-BE3A6ACCF740}" srcOrd="0" destOrd="0" presId="urn:microsoft.com/office/officeart/2018/2/layout/IconVerticalSolidList"/>
    <dgm:cxn modelId="{82AAB841-A4C3-4A7B-9F62-612B182C5B0E}" srcId="{E4124C18-A03D-4B62-B170-14C574CDEFFD}" destId="{D20C9608-3C78-4EB2-B803-68E10510EB50}" srcOrd="2" destOrd="0" parTransId="{19425CB7-AD24-4944-B3B2-5CD9681B1C50}" sibTransId="{E3E7DA9F-1435-4207-8E9D-083CF97CD225}"/>
    <dgm:cxn modelId="{D7A4C161-1AE2-4706-8877-EBA44A4F0CDD}" type="presOf" srcId="{DA10316D-25FA-45B9-AEFA-A1AAD5207582}" destId="{EDD6F04E-255E-4577-94C7-9705F9D1DCBB}" srcOrd="0" destOrd="0" presId="urn:microsoft.com/office/officeart/2018/2/layout/IconVerticalSolidList"/>
    <dgm:cxn modelId="{8CC8DD5A-021E-4499-99DF-FAFCFD050D31}" type="presOf" srcId="{C12D7847-A32D-4926-BE67-EB5CDC74E315}" destId="{379B34FD-09B6-43EF-B917-FC643DD63795}" srcOrd="0" destOrd="0" presId="urn:microsoft.com/office/officeart/2018/2/layout/IconVerticalSolidList"/>
    <dgm:cxn modelId="{6BEA21E6-21F2-43CC-8DBB-DDD37F7674AA}" srcId="{E4124C18-A03D-4B62-B170-14C574CDEFFD}" destId="{C12D7847-A32D-4926-BE67-EB5CDC74E315}" srcOrd="0" destOrd="0" parTransId="{9BB95C06-9CED-4E74-A8CD-564043F19E96}" sibTransId="{E74A3C91-6EC1-4983-9723-9DA617DCCED3}"/>
    <dgm:cxn modelId="{2037CF82-E938-4D0E-87E8-7FB119F69FBA}" type="presParOf" srcId="{C4608291-0EA9-4925-B9A3-BE3A6ACCF740}" destId="{420263F6-3E39-4D5F-B378-E22EC681042F}" srcOrd="0" destOrd="0" presId="urn:microsoft.com/office/officeart/2018/2/layout/IconVerticalSolidList"/>
    <dgm:cxn modelId="{566D7CA7-9E23-4B47-A789-B236BF2FA6E6}" type="presParOf" srcId="{420263F6-3E39-4D5F-B378-E22EC681042F}" destId="{9C1362FE-1642-4513-8BE6-CA17E1183798}" srcOrd="0" destOrd="0" presId="urn:microsoft.com/office/officeart/2018/2/layout/IconVerticalSolidList"/>
    <dgm:cxn modelId="{8CADDB69-1B2A-4033-9913-8A9907C778C3}" type="presParOf" srcId="{420263F6-3E39-4D5F-B378-E22EC681042F}" destId="{F2EF2DB9-AD3D-4D1E-B483-38E838C05315}" srcOrd="1" destOrd="0" presId="urn:microsoft.com/office/officeart/2018/2/layout/IconVerticalSolidList"/>
    <dgm:cxn modelId="{B092A47A-6857-477B-B263-BB0301D0A583}" type="presParOf" srcId="{420263F6-3E39-4D5F-B378-E22EC681042F}" destId="{C90A486B-DC18-4509-B280-DF37509E91C3}" srcOrd="2" destOrd="0" presId="urn:microsoft.com/office/officeart/2018/2/layout/IconVerticalSolidList"/>
    <dgm:cxn modelId="{9188AB85-FBFA-4F28-80D2-83FBFA3BB4AE}" type="presParOf" srcId="{420263F6-3E39-4D5F-B378-E22EC681042F}" destId="{379B34FD-09B6-43EF-B917-FC643DD63795}" srcOrd="3" destOrd="0" presId="urn:microsoft.com/office/officeart/2018/2/layout/IconVerticalSolidList"/>
    <dgm:cxn modelId="{C09E6B4E-5305-4538-BA67-D0BB26397CE6}" type="presParOf" srcId="{C4608291-0EA9-4925-B9A3-BE3A6ACCF740}" destId="{F2214A3E-2E1C-4322-8BDC-7A4E82497A14}" srcOrd="1" destOrd="0" presId="urn:microsoft.com/office/officeart/2018/2/layout/IconVerticalSolidList"/>
    <dgm:cxn modelId="{782BB21D-8E53-4B75-A5E4-A316A5DA5F70}" type="presParOf" srcId="{C4608291-0EA9-4925-B9A3-BE3A6ACCF740}" destId="{B3C0A658-BEBA-4115-BCE9-1E7DDC8BE914}" srcOrd="2" destOrd="0" presId="urn:microsoft.com/office/officeart/2018/2/layout/IconVerticalSolidList"/>
    <dgm:cxn modelId="{14CD6FDF-0CD4-44A6-A047-CE20A66889C7}" type="presParOf" srcId="{B3C0A658-BEBA-4115-BCE9-1E7DDC8BE914}" destId="{FAE8FCCB-60F4-4E71-96C5-5D312AF8DDD8}" srcOrd="0" destOrd="0" presId="urn:microsoft.com/office/officeart/2018/2/layout/IconVerticalSolidList"/>
    <dgm:cxn modelId="{95D306B0-604F-49C2-99DC-0A1F66EBCCB7}" type="presParOf" srcId="{B3C0A658-BEBA-4115-BCE9-1E7DDC8BE914}" destId="{8C917E50-92DC-4B8C-B7B4-3100E0AC56D5}" srcOrd="1" destOrd="0" presId="urn:microsoft.com/office/officeart/2018/2/layout/IconVerticalSolidList"/>
    <dgm:cxn modelId="{7E8C05BC-1B7E-4A85-A70E-378A4F46271F}" type="presParOf" srcId="{B3C0A658-BEBA-4115-BCE9-1E7DDC8BE914}" destId="{61818A72-F466-4E39-B831-B45CD1345F0D}" srcOrd="2" destOrd="0" presId="urn:microsoft.com/office/officeart/2018/2/layout/IconVerticalSolidList"/>
    <dgm:cxn modelId="{2ED58F07-922A-4172-A4C3-C14A6F886C11}" type="presParOf" srcId="{B3C0A658-BEBA-4115-BCE9-1E7DDC8BE914}" destId="{EDD6F04E-255E-4577-94C7-9705F9D1DCBB}" srcOrd="3" destOrd="0" presId="urn:microsoft.com/office/officeart/2018/2/layout/IconVerticalSolidList"/>
    <dgm:cxn modelId="{1C13EA71-B501-4091-B7DF-1A57D2E004C9}" type="presParOf" srcId="{C4608291-0EA9-4925-B9A3-BE3A6ACCF740}" destId="{3FF27360-A22E-4DCF-9DAC-F2494F2EBC89}" srcOrd="3" destOrd="0" presId="urn:microsoft.com/office/officeart/2018/2/layout/IconVerticalSolidList"/>
    <dgm:cxn modelId="{F98DAEB0-10D4-4BB0-AA83-E150CDD57140}" type="presParOf" srcId="{C4608291-0EA9-4925-B9A3-BE3A6ACCF740}" destId="{3FE3B06A-8815-4610-BAC6-DBA2ED437285}" srcOrd="4" destOrd="0" presId="urn:microsoft.com/office/officeart/2018/2/layout/IconVerticalSolidList"/>
    <dgm:cxn modelId="{8F5C59DB-BE85-4D6F-9617-CA19ABF51714}" type="presParOf" srcId="{3FE3B06A-8815-4610-BAC6-DBA2ED437285}" destId="{359F9A58-66A6-4B31-8CBD-BC2597484A8B}" srcOrd="0" destOrd="0" presId="urn:microsoft.com/office/officeart/2018/2/layout/IconVerticalSolidList"/>
    <dgm:cxn modelId="{6AD8EB62-DDEB-4335-B738-7DCD46BD3B3D}" type="presParOf" srcId="{3FE3B06A-8815-4610-BAC6-DBA2ED437285}" destId="{BC1FE7A1-F177-4E5F-A417-1A1228E33569}" srcOrd="1" destOrd="0" presId="urn:microsoft.com/office/officeart/2018/2/layout/IconVerticalSolidList"/>
    <dgm:cxn modelId="{9C44D21D-88E1-4175-9A19-BC72828AB305}" type="presParOf" srcId="{3FE3B06A-8815-4610-BAC6-DBA2ED437285}" destId="{F906AE33-9EDE-4F51-B24E-8F94D18B206A}" srcOrd="2" destOrd="0" presId="urn:microsoft.com/office/officeart/2018/2/layout/IconVerticalSolidList"/>
    <dgm:cxn modelId="{637BE2F8-2B8C-4903-9720-EED411DB2DC2}" type="presParOf" srcId="{3FE3B06A-8815-4610-BAC6-DBA2ED437285}" destId="{AD6FF86B-5CF8-45E4-8BA2-B5A71190C17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896CFBD-FF0B-4600-A6A2-68C8A4B527CA}" type="doc">
      <dgm:prSet loTypeId="urn:microsoft.com/office/officeart/2016/7/layout/BasicLinearProcessNumbered" loCatId="process" qsTypeId="urn:microsoft.com/office/officeart/2005/8/quickstyle/simple1" qsCatId="simple" csTypeId="urn:microsoft.com/office/officeart/2005/8/colors/accent1_2" csCatId="accent1"/>
      <dgm:spPr/>
      <dgm:t>
        <a:bodyPr/>
        <a:lstStyle/>
        <a:p>
          <a:endParaRPr lang="en-US"/>
        </a:p>
      </dgm:t>
    </dgm:pt>
    <dgm:pt modelId="{15BDF8AC-3F80-4FA3-8745-CD373A79033E}">
      <dgm:prSet/>
      <dgm:spPr/>
      <dgm:t>
        <a:bodyPr/>
        <a:lstStyle/>
        <a:p>
          <a:r>
            <a:rPr lang="en-IE"/>
            <a:t>Right to access</a:t>
          </a:r>
          <a:endParaRPr lang="en-US"/>
        </a:p>
      </dgm:t>
    </dgm:pt>
    <dgm:pt modelId="{B3DEE91B-4ED6-4C2A-B52E-A7E627EA12C6}" type="parTrans" cxnId="{3401BF76-4E82-44F6-B061-8199528C6263}">
      <dgm:prSet/>
      <dgm:spPr/>
      <dgm:t>
        <a:bodyPr/>
        <a:lstStyle/>
        <a:p>
          <a:endParaRPr lang="en-US"/>
        </a:p>
      </dgm:t>
    </dgm:pt>
    <dgm:pt modelId="{673FAA81-9572-4A29-BD41-3564B67E3FE4}" type="sibTrans" cxnId="{3401BF76-4E82-44F6-B061-8199528C6263}">
      <dgm:prSet phldrT="1" phldr="0"/>
      <dgm:spPr/>
      <dgm:t>
        <a:bodyPr/>
        <a:lstStyle/>
        <a:p>
          <a:r>
            <a:rPr lang="en-US"/>
            <a:t>1</a:t>
          </a:r>
        </a:p>
      </dgm:t>
    </dgm:pt>
    <dgm:pt modelId="{938B41B3-A5F7-43FA-BC83-7B92544D7054}">
      <dgm:prSet/>
      <dgm:spPr/>
      <dgm:t>
        <a:bodyPr/>
        <a:lstStyle/>
        <a:p>
          <a:r>
            <a:rPr lang="en-IE"/>
            <a:t>Right to rectification</a:t>
          </a:r>
          <a:endParaRPr lang="en-US"/>
        </a:p>
      </dgm:t>
    </dgm:pt>
    <dgm:pt modelId="{5FF4A767-A2A3-4CF2-96BB-089AE67CB236}" type="parTrans" cxnId="{E86837FC-C820-4279-BF7E-2D3DFF4023F5}">
      <dgm:prSet/>
      <dgm:spPr/>
      <dgm:t>
        <a:bodyPr/>
        <a:lstStyle/>
        <a:p>
          <a:endParaRPr lang="en-US"/>
        </a:p>
      </dgm:t>
    </dgm:pt>
    <dgm:pt modelId="{0F18CCDC-93BB-4DCD-93CD-64AFC835A409}" type="sibTrans" cxnId="{E86837FC-C820-4279-BF7E-2D3DFF4023F5}">
      <dgm:prSet phldrT="2" phldr="0"/>
      <dgm:spPr/>
      <dgm:t>
        <a:bodyPr/>
        <a:lstStyle/>
        <a:p>
          <a:r>
            <a:rPr lang="en-US"/>
            <a:t>2</a:t>
          </a:r>
        </a:p>
      </dgm:t>
    </dgm:pt>
    <dgm:pt modelId="{18089D2B-047D-4B9C-8E25-64871F9279C6}">
      <dgm:prSet/>
      <dgm:spPr/>
      <dgm:t>
        <a:bodyPr/>
        <a:lstStyle/>
        <a:p>
          <a:r>
            <a:rPr lang="en-IE"/>
            <a:t>Right to erasure (the “right to be forgotten”)</a:t>
          </a:r>
          <a:endParaRPr lang="en-US"/>
        </a:p>
      </dgm:t>
    </dgm:pt>
    <dgm:pt modelId="{C7B92FD9-21A5-43C8-84AF-8919BE5FB59C}" type="parTrans" cxnId="{2DBE2DD9-2DCB-46CE-A37A-470464EDFAF1}">
      <dgm:prSet/>
      <dgm:spPr/>
      <dgm:t>
        <a:bodyPr/>
        <a:lstStyle/>
        <a:p>
          <a:endParaRPr lang="en-US"/>
        </a:p>
      </dgm:t>
    </dgm:pt>
    <dgm:pt modelId="{2E876C56-7581-4588-9CB0-752EE25AD09E}" type="sibTrans" cxnId="{2DBE2DD9-2DCB-46CE-A37A-470464EDFAF1}">
      <dgm:prSet phldrT="3" phldr="0"/>
      <dgm:spPr/>
      <dgm:t>
        <a:bodyPr/>
        <a:lstStyle/>
        <a:p>
          <a:r>
            <a:rPr lang="en-US"/>
            <a:t>3</a:t>
          </a:r>
        </a:p>
      </dgm:t>
    </dgm:pt>
    <dgm:pt modelId="{C79B3FD8-199B-4D3D-B28E-3142891414F7}">
      <dgm:prSet/>
      <dgm:spPr/>
      <dgm:t>
        <a:bodyPr/>
        <a:lstStyle/>
        <a:p>
          <a:r>
            <a:rPr lang="en-IE"/>
            <a:t>Right to data portability</a:t>
          </a:r>
          <a:endParaRPr lang="en-US"/>
        </a:p>
      </dgm:t>
    </dgm:pt>
    <dgm:pt modelId="{F7C9BD0F-D5BD-4055-99AD-22248D11896C}" type="parTrans" cxnId="{C5B9B699-27E9-4FE3-97BE-EB42A7A71E0D}">
      <dgm:prSet/>
      <dgm:spPr/>
      <dgm:t>
        <a:bodyPr/>
        <a:lstStyle/>
        <a:p>
          <a:endParaRPr lang="en-US"/>
        </a:p>
      </dgm:t>
    </dgm:pt>
    <dgm:pt modelId="{26C77ACB-EB8E-4DCF-8554-BE884E150547}" type="sibTrans" cxnId="{C5B9B699-27E9-4FE3-97BE-EB42A7A71E0D}">
      <dgm:prSet phldrT="4" phldr="0"/>
      <dgm:spPr/>
      <dgm:t>
        <a:bodyPr/>
        <a:lstStyle/>
        <a:p>
          <a:r>
            <a:rPr lang="en-US"/>
            <a:t>4</a:t>
          </a:r>
        </a:p>
      </dgm:t>
    </dgm:pt>
    <dgm:pt modelId="{8225C6C7-6235-4DCE-AA3F-CF870894E7CC}">
      <dgm:prSet/>
      <dgm:spPr/>
      <dgm:t>
        <a:bodyPr/>
        <a:lstStyle/>
        <a:p>
          <a:r>
            <a:rPr lang="en-IE"/>
            <a:t>Right to object</a:t>
          </a:r>
          <a:endParaRPr lang="en-US"/>
        </a:p>
      </dgm:t>
    </dgm:pt>
    <dgm:pt modelId="{32D2CBDF-CE41-4EAA-B30F-AC7C20AED71A}" type="parTrans" cxnId="{44F5A3BA-CD45-4911-B415-05CC1279BA69}">
      <dgm:prSet/>
      <dgm:spPr/>
      <dgm:t>
        <a:bodyPr/>
        <a:lstStyle/>
        <a:p>
          <a:endParaRPr lang="en-US"/>
        </a:p>
      </dgm:t>
    </dgm:pt>
    <dgm:pt modelId="{3C838C42-0A0A-4D64-87CC-809C4A1FA7F6}" type="sibTrans" cxnId="{44F5A3BA-CD45-4911-B415-05CC1279BA69}">
      <dgm:prSet phldrT="5" phldr="0"/>
      <dgm:spPr/>
      <dgm:t>
        <a:bodyPr/>
        <a:lstStyle/>
        <a:p>
          <a:r>
            <a:rPr lang="en-US"/>
            <a:t>5</a:t>
          </a:r>
        </a:p>
      </dgm:t>
    </dgm:pt>
    <dgm:pt modelId="{67CC5943-B258-400E-A584-381662B7CE07}">
      <dgm:prSet/>
      <dgm:spPr/>
      <dgm:t>
        <a:bodyPr/>
        <a:lstStyle/>
        <a:p>
          <a:r>
            <a:rPr lang="en-IE"/>
            <a:t>Right to restrict processing</a:t>
          </a:r>
          <a:endParaRPr lang="en-US"/>
        </a:p>
      </dgm:t>
    </dgm:pt>
    <dgm:pt modelId="{2243C679-13D6-43E4-983A-450F77339A62}" type="parTrans" cxnId="{B2150342-EE32-44AD-8334-CB45F116B391}">
      <dgm:prSet/>
      <dgm:spPr/>
      <dgm:t>
        <a:bodyPr/>
        <a:lstStyle/>
        <a:p>
          <a:endParaRPr lang="en-US"/>
        </a:p>
      </dgm:t>
    </dgm:pt>
    <dgm:pt modelId="{549356E2-DCC6-42BF-9AA6-67102B3249B1}" type="sibTrans" cxnId="{B2150342-EE32-44AD-8334-CB45F116B391}">
      <dgm:prSet phldrT="6" phldr="0"/>
      <dgm:spPr/>
      <dgm:t>
        <a:bodyPr/>
        <a:lstStyle/>
        <a:p>
          <a:r>
            <a:rPr lang="en-US"/>
            <a:t>6</a:t>
          </a:r>
        </a:p>
      </dgm:t>
    </dgm:pt>
    <dgm:pt modelId="{811CB599-21D7-42FD-AB6A-5ECD5249FA9E}" type="pres">
      <dgm:prSet presAssocID="{9896CFBD-FF0B-4600-A6A2-68C8A4B527CA}" presName="Name0" presStyleCnt="0">
        <dgm:presLayoutVars>
          <dgm:animLvl val="lvl"/>
          <dgm:resizeHandles val="exact"/>
        </dgm:presLayoutVars>
      </dgm:prSet>
      <dgm:spPr/>
    </dgm:pt>
    <dgm:pt modelId="{AFA21BEE-BA05-4BA5-BB44-94B105D735C9}" type="pres">
      <dgm:prSet presAssocID="{15BDF8AC-3F80-4FA3-8745-CD373A79033E}" presName="compositeNode" presStyleCnt="0">
        <dgm:presLayoutVars>
          <dgm:bulletEnabled val="1"/>
        </dgm:presLayoutVars>
      </dgm:prSet>
      <dgm:spPr/>
    </dgm:pt>
    <dgm:pt modelId="{19A67974-922C-4C55-9C3F-151D4419C341}" type="pres">
      <dgm:prSet presAssocID="{15BDF8AC-3F80-4FA3-8745-CD373A79033E}" presName="bgRect" presStyleLbl="bgAccFollowNode1" presStyleIdx="0" presStyleCnt="6"/>
      <dgm:spPr/>
    </dgm:pt>
    <dgm:pt modelId="{EF4A7960-2E86-465A-B712-4C02B50FCC07}" type="pres">
      <dgm:prSet presAssocID="{673FAA81-9572-4A29-BD41-3564B67E3FE4}" presName="sibTransNodeCircle" presStyleLbl="alignNode1" presStyleIdx="0" presStyleCnt="12">
        <dgm:presLayoutVars>
          <dgm:chMax val="0"/>
          <dgm:bulletEnabled/>
        </dgm:presLayoutVars>
      </dgm:prSet>
      <dgm:spPr/>
    </dgm:pt>
    <dgm:pt modelId="{0B23D59F-7177-441B-A24D-116ED25C2490}" type="pres">
      <dgm:prSet presAssocID="{15BDF8AC-3F80-4FA3-8745-CD373A79033E}" presName="bottomLine" presStyleLbl="alignNode1" presStyleIdx="1" presStyleCnt="12">
        <dgm:presLayoutVars/>
      </dgm:prSet>
      <dgm:spPr/>
    </dgm:pt>
    <dgm:pt modelId="{4E3A3E0C-87CA-4951-9BCC-26410BD203C1}" type="pres">
      <dgm:prSet presAssocID="{15BDF8AC-3F80-4FA3-8745-CD373A79033E}" presName="nodeText" presStyleLbl="bgAccFollowNode1" presStyleIdx="0" presStyleCnt="6">
        <dgm:presLayoutVars>
          <dgm:bulletEnabled val="1"/>
        </dgm:presLayoutVars>
      </dgm:prSet>
      <dgm:spPr/>
    </dgm:pt>
    <dgm:pt modelId="{99ABD4C7-2F73-4B6C-A73B-0A0202EAA6FF}" type="pres">
      <dgm:prSet presAssocID="{673FAA81-9572-4A29-BD41-3564B67E3FE4}" presName="sibTrans" presStyleCnt="0"/>
      <dgm:spPr/>
    </dgm:pt>
    <dgm:pt modelId="{54773C0A-6C44-4E7E-BE1E-3751BF888906}" type="pres">
      <dgm:prSet presAssocID="{938B41B3-A5F7-43FA-BC83-7B92544D7054}" presName="compositeNode" presStyleCnt="0">
        <dgm:presLayoutVars>
          <dgm:bulletEnabled val="1"/>
        </dgm:presLayoutVars>
      </dgm:prSet>
      <dgm:spPr/>
    </dgm:pt>
    <dgm:pt modelId="{DC4810EB-D5AB-45C7-90FF-8683BB6F17B8}" type="pres">
      <dgm:prSet presAssocID="{938B41B3-A5F7-43FA-BC83-7B92544D7054}" presName="bgRect" presStyleLbl="bgAccFollowNode1" presStyleIdx="1" presStyleCnt="6"/>
      <dgm:spPr/>
    </dgm:pt>
    <dgm:pt modelId="{FBDDD755-83B2-42A2-97A5-749B2518CB15}" type="pres">
      <dgm:prSet presAssocID="{0F18CCDC-93BB-4DCD-93CD-64AFC835A409}" presName="sibTransNodeCircle" presStyleLbl="alignNode1" presStyleIdx="2" presStyleCnt="12">
        <dgm:presLayoutVars>
          <dgm:chMax val="0"/>
          <dgm:bulletEnabled/>
        </dgm:presLayoutVars>
      </dgm:prSet>
      <dgm:spPr/>
    </dgm:pt>
    <dgm:pt modelId="{248A05E4-9860-4105-A54E-5AEF6C067F6B}" type="pres">
      <dgm:prSet presAssocID="{938B41B3-A5F7-43FA-BC83-7B92544D7054}" presName="bottomLine" presStyleLbl="alignNode1" presStyleIdx="3" presStyleCnt="12">
        <dgm:presLayoutVars/>
      </dgm:prSet>
      <dgm:spPr/>
    </dgm:pt>
    <dgm:pt modelId="{8CB36707-7A4B-4D41-A241-3B53CBBC0833}" type="pres">
      <dgm:prSet presAssocID="{938B41B3-A5F7-43FA-BC83-7B92544D7054}" presName="nodeText" presStyleLbl="bgAccFollowNode1" presStyleIdx="1" presStyleCnt="6">
        <dgm:presLayoutVars>
          <dgm:bulletEnabled val="1"/>
        </dgm:presLayoutVars>
      </dgm:prSet>
      <dgm:spPr/>
    </dgm:pt>
    <dgm:pt modelId="{5BE9C4AE-8542-4E1A-A2CE-873ECA21A995}" type="pres">
      <dgm:prSet presAssocID="{0F18CCDC-93BB-4DCD-93CD-64AFC835A409}" presName="sibTrans" presStyleCnt="0"/>
      <dgm:spPr/>
    </dgm:pt>
    <dgm:pt modelId="{3A019AEC-33F4-4D50-8EA8-6B414E8E9B18}" type="pres">
      <dgm:prSet presAssocID="{18089D2B-047D-4B9C-8E25-64871F9279C6}" presName="compositeNode" presStyleCnt="0">
        <dgm:presLayoutVars>
          <dgm:bulletEnabled val="1"/>
        </dgm:presLayoutVars>
      </dgm:prSet>
      <dgm:spPr/>
    </dgm:pt>
    <dgm:pt modelId="{4004E5DB-92B9-4EEB-A8F8-2B5A6B0F23B6}" type="pres">
      <dgm:prSet presAssocID="{18089D2B-047D-4B9C-8E25-64871F9279C6}" presName="bgRect" presStyleLbl="bgAccFollowNode1" presStyleIdx="2" presStyleCnt="6"/>
      <dgm:spPr/>
    </dgm:pt>
    <dgm:pt modelId="{D1D28634-E737-4A55-9B3F-71613279F0F8}" type="pres">
      <dgm:prSet presAssocID="{2E876C56-7581-4588-9CB0-752EE25AD09E}" presName="sibTransNodeCircle" presStyleLbl="alignNode1" presStyleIdx="4" presStyleCnt="12">
        <dgm:presLayoutVars>
          <dgm:chMax val="0"/>
          <dgm:bulletEnabled/>
        </dgm:presLayoutVars>
      </dgm:prSet>
      <dgm:spPr/>
    </dgm:pt>
    <dgm:pt modelId="{E6A76E96-2D20-4A87-B294-ABD131400BEC}" type="pres">
      <dgm:prSet presAssocID="{18089D2B-047D-4B9C-8E25-64871F9279C6}" presName="bottomLine" presStyleLbl="alignNode1" presStyleIdx="5" presStyleCnt="12">
        <dgm:presLayoutVars/>
      </dgm:prSet>
      <dgm:spPr/>
    </dgm:pt>
    <dgm:pt modelId="{63FC1D5D-8CC9-4C48-95DF-2B60F9605920}" type="pres">
      <dgm:prSet presAssocID="{18089D2B-047D-4B9C-8E25-64871F9279C6}" presName="nodeText" presStyleLbl="bgAccFollowNode1" presStyleIdx="2" presStyleCnt="6">
        <dgm:presLayoutVars>
          <dgm:bulletEnabled val="1"/>
        </dgm:presLayoutVars>
      </dgm:prSet>
      <dgm:spPr/>
    </dgm:pt>
    <dgm:pt modelId="{9BA674D3-DE30-47EB-B116-024DD74FAE33}" type="pres">
      <dgm:prSet presAssocID="{2E876C56-7581-4588-9CB0-752EE25AD09E}" presName="sibTrans" presStyleCnt="0"/>
      <dgm:spPr/>
    </dgm:pt>
    <dgm:pt modelId="{18ACE032-34A2-4072-A3B8-3D494E896D10}" type="pres">
      <dgm:prSet presAssocID="{C79B3FD8-199B-4D3D-B28E-3142891414F7}" presName="compositeNode" presStyleCnt="0">
        <dgm:presLayoutVars>
          <dgm:bulletEnabled val="1"/>
        </dgm:presLayoutVars>
      </dgm:prSet>
      <dgm:spPr/>
    </dgm:pt>
    <dgm:pt modelId="{8E16998E-A023-4B66-8C10-27F0F1794A7D}" type="pres">
      <dgm:prSet presAssocID="{C79B3FD8-199B-4D3D-B28E-3142891414F7}" presName="bgRect" presStyleLbl="bgAccFollowNode1" presStyleIdx="3" presStyleCnt="6"/>
      <dgm:spPr/>
    </dgm:pt>
    <dgm:pt modelId="{E9AD6216-38A5-4D05-A3B7-4A595B17E3DA}" type="pres">
      <dgm:prSet presAssocID="{26C77ACB-EB8E-4DCF-8554-BE884E150547}" presName="sibTransNodeCircle" presStyleLbl="alignNode1" presStyleIdx="6" presStyleCnt="12">
        <dgm:presLayoutVars>
          <dgm:chMax val="0"/>
          <dgm:bulletEnabled/>
        </dgm:presLayoutVars>
      </dgm:prSet>
      <dgm:spPr/>
    </dgm:pt>
    <dgm:pt modelId="{5C97ED2F-C2BF-44E9-A739-04885CC6D5CF}" type="pres">
      <dgm:prSet presAssocID="{C79B3FD8-199B-4D3D-B28E-3142891414F7}" presName="bottomLine" presStyleLbl="alignNode1" presStyleIdx="7" presStyleCnt="12">
        <dgm:presLayoutVars/>
      </dgm:prSet>
      <dgm:spPr/>
    </dgm:pt>
    <dgm:pt modelId="{2A701C17-A4A6-4C6C-B7A0-E6DD6D195D5C}" type="pres">
      <dgm:prSet presAssocID="{C79B3FD8-199B-4D3D-B28E-3142891414F7}" presName="nodeText" presStyleLbl="bgAccFollowNode1" presStyleIdx="3" presStyleCnt="6">
        <dgm:presLayoutVars>
          <dgm:bulletEnabled val="1"/>
        </dgm:presLayoutVars>
      </dgm:prSet>
      <dgm:spPr/>
    </dgm:pt>
    <dgm:pt modelId="{DD7CE8C1-7B59-49A4-961E-0EDA56C2A9AC}" type="pres">
      <dgm:prSet presAssocID="{26C77ACB-EB8E-4DCF-8554-BE884E150547}" presName="sibTrans" presStyleCnt="0"/>
      <dgm:spPr/>
    </dgm:pt>
    <dgm:pt modelId="{22850B72-0629-477D-991E-38B32D0B63CF}" type="pres">
      <dgm:prSet presAssocID="{8225C6C7-6235-4DCE-AA3F-CF870894E7CC}" presName="compositeNode" presStyleCnt="0">
        <dgm:presLayoutVars>
          <dgm:bulletEnabled val="1"/>
        </dgm:presLayoutVars>
      </dgm:prSet>
      <dgm:spPr/>
    </dgm:pt>
    <dgm:pt modelId="{71C28263-60E1-434C-B4DA-303599E67857}" type="pres">
      <dgm:prSet presAssocID="{8225C6C7-6235-4DCE-AA3F-CF870894E7CC}" presName="bgRect" presStyleLbl="bgAccFollowNode1" presStyleIdx="4" presStyleCnt="6"/>
      <dgm:spPr/>
    </dgm:pt>
    <dgm:pt modelId="{322F77CE-20FD-40B1-B36A-5C2B489A0B51}" type="pres">
      <dgm:prSet presAssocID="{3C838C42-0A0A-4D64-87CC-809C4A1FA7F6}" presName="sibTransNodeCircle" presStyleLbl="alignNode1" presStyleIdx="8" presStyleCnt="12">
        <dgm:presLayoutVars>
          <dgm:chMax val="0"/>
          <dgm:bulletEnabled/>
        </dgm:presLayoutVars>
      </dgm:prSet>
      <dgm:spPr/>
    </dgm:pt>
    <dgm:pt modelId="{A7BC70B4-507D-4E33-9ECA-5D24A56A2DE1}" type="pres">
      <dgm:prSet presAssocID="{8225C6C7-6235-4DCE-AA3F-CF870894E7CC}" presName="bottomLine" presStyleLbl="alignNode1" presStyleIdx="9" presStyleCnt="12">
        <dgm:presLayoutVars/>
      </dgm:prSet>
      <dgm:spPr/>
    </dgm:pt>
    <dgm:pt modelId="{150F89C7-CDE6-4809-866A-93C0EBF50FB5}" type="pres">
      <dgm:prSet presAssocID="{8225C6C7-6235-4DCE-AA3F-CF870894E7CC}" presName="nodeText" presStyleLbl="bgAccFollowNode1" presStyleIdx="4" presStyleCnt="6">
        <dgm:presLayoutVars>
          <dgm:bulletEnabled val="1"/>
        </dgm:presLayoutVars>
      </dgm:prSet>
      <dgm:spPr/>
    </dgm:pt>
    <dgm:pt modelId="{CCA176AA-D027-4D7D-9CBD-980BF1FC4647}" type="pres">
      <dgm:prSet presAssocID="{3C838C42-0A0A-4D64-87CC-809C4A1FA7F6}" presName="sibTrans" presStyleCnt="0"/>
      <dgm:spPr/>
    </dgm:pt>
    <dgm:pt modelId="{903A9D7F-045E-4EF2-8F61-FB8163F14470}" type="pres">
      <dgm:prSet presAssocID="{67CC5943-B258-400E-A584-381662B7CE07}" presName="compositeNode" presStyleCnt="0">
        <dgm:presLayoutVars>
          <dgm:bulletEnabled val="1"/>
        </dgm:presLayoutVars>
      </dgm:prSet>
      <dgm:spPr/>
    </dgm:pt>
    <dgm:pt modelId="{570E4635-D4CF-4CFD-9DDC-B4248886C517}" type="pres">
      <dgm:prSet presAssocID="{67CC5943-B258-400E-A584-381662B7CE07}" presName="bgRect" presStyleLbl="bgAccFollowNode1" presStyleIdx="5" presStyleCnt="6"/>
      <dgm:spPr/>
    </dgm:pt>
    <dgm:pt modelId="{5BCE0DBB-F840-41D8-925C-83339F4571C1}" type="pres">
      <dgm:prSet presAssocID="{549356E2-DCC6-42BF-9AA6-67102B3249B1}" presName="sibTransNodeCircle" presStyleLbl="alignNode1" presStyleIdx="10" presStyleCnt="12">
        <dgm:presLayoutVars>
          <dgm:chMax val="0"/>
          <dgm:bulletEnabled/>
        </dgm:presLayoutVars>
      </dgm:prSet>
      <dgm:spPr/>
    </dgm:pt>
    <dgm:pt modelId="{DE75EB2B-77C4-40EA-89B4-C12C72F32074}" type="pres">
      <dgm:prSet presAssocID="{67CC5943-B258-400E-A584-381662B7CE07}" presName="bottomLine" presStyleLbl="alignNode1" presStyleIdx="11" presStyleCnt="12">
        <dgm:presLayoutVars/>
      </dgm:prSet>
      <dgm:spPr/>
    </dgm:pt>
    <dgm:pt modelId="{F61E5961-F2E7-4372-9228-8D84BB416EEE}" type="pres">
      <dgm:prSet presAssocID="{67CC5943-B258-400E-A584-381662B7CE07}" presName="nodeText" presStyleLbl="bgAccFollowNode1" presStyleIdx="5" presStyleCnt="6">
        <dgm:presLayoutVars>
          <dgm:bulletEnabled val="1"/>
        </dgm:presLayoutVars>
      </dgm:prSet>
      <dgm:spPr/>
    </dgm:pt>
  </dgm:ptLst>
  <dgm:cxnLst>
    <dgm:cxn modelId="{C4BDE90D-6A2D-4BA6-92E8-90328E850808}" type="presOf" srcId="{2E876C56-7581-4588-9CB0-752EE25AD09E}" destId="{D1D28634-E737-4A55-9B3F-71613279F0F8}" srcOrd="0" destOrd="0" presId="urn:microsoft.com/office/officeart/2016/7/layout/BasicLinearProcessNumbered"/>
    <dgm:cxn modelId="{734A8812-76AE-4604-BF71-1CEF2B271903}" type="presOf" srcId="{3C838C42-0A0A-4D64-87CC-809C4A1FA7F6}" destId="{322F77CE-20FD-40B1-B36A-5C2B489A0B51}" srcOrd="0" destOrd="0" presId="urn:microsoft.com/office/officeart/2016/7/layout/BasicLinearProcessNumbered"/>
    <dgm:cxn modelId="{0ED8E51F-CB2A-4254-9ED3-F01A5CF7ADD3}" type="presOf" srcId="{8225C6C7-6235-4DCE-AA3F-CF870894E7CC}" destId="{150F89C7-CDE6-4809-866A-93C0EBF50FB5}" srcOrd="1" destOrd="0" presId="urn:microsoft.com/office/officeart/2016/7/layout/BasicLinearProcessNumbered"/>
    <dgm:cxn modelId="{23E1BD22-6F90-4FF3-8F0E-90226DC73A02}" type="presOf" srcId="{18089D2B-047D-4B9C-8E25-64871F9279C6}" destId="{63FC1D5D-8CC9-4C48-95DF-2B60F9605920}" srcOrd="1" destOrd="0" presId="urn:microsoft.com/office/officeart/2016/7/layout/BasicLinearProcessNumbered"/>
    <dgm:cxn modelId="{36B85640-931E-4E25-B284-B6E5C3E6D819}" type="presOf" srcId="{938B41B3-A5F7-43FA-BC83-7B92544D7054}" destId="{8CB36707-7A4B-4D41-A241-3B53CBBC0833}" srcOrd="1" destOrd="0" presId="urn:microsoft.com/office/officeart/2016/7/layout/BasicLinearProcessNumbered"/>
    <dgm:cxn modelId="{B2150342-EE32-44AD-8334-CB45F116B391}" srcId="{9896CFBD-FF0B-4600-A6A2-68C8A4B527CA}" destId="{67CC5943-B258-400E-A584-381662B7CE07}" srcOrd="5" destOrd="0" parTransId="{2243C679-13D6-43E4-983A-450F77339A62}" sibTransId="{549356E2-DCC6-42BF-9AA6-67102B3249B1}"/>
    <dgm:cxn modelId="{15216268-0ED3-49B5-8531-6CF0B247C4FB}" type="presOf" srcId="{67CC5943-B258-400E-A584-381662B7CE07}" destId="{F61E5961-F2E7-4372-9228-8D84BB416EEE}" srcOrd="1" destOrd="0" presId="urn:microsoft.com/office/officeart/2016/7/layout/BasicLinearProcessNumbered"/>
    <dgm:cxn modelId="{79FA5949-58DE-4F55-BB86-9E4DDDD2F63B}" type="presOf" srcId="{938B41B3-A5F7-43FA-BC83-7B92544D7054}" destId="{DC4810EB-D5AB-45C7-90FF-8683BB6F17B8}" srcOrd="0" destOrd="0" presId="urn:microsoft.com/office/officeart/2016/7/layout/BasicLinearProcessNumbered"/>
    <dgm:cxn modelId="{DB68AE6A-BD6B-45C0-BF56-E5EDCAC38B2F}" type="presOf" srcId="{18089D2B-047D-4B9C-8E25-64871F9279C6}" destId="{4004E5DB-92B9-4EEB-A8F8-2B5A6B0F23B6}" srcOrd="0" destOrd="0" presId="urn:microsoft.com/office/officeart/2016/7/layout/BasicLinearProcessNumbered"/>
    <dgm:cxn modelId="{F6C49674-5FD5-4840-8F55-56B68D946853}" type="presOf" srcId="{15BDF8AC-3F80-4FA3-8745-CD373A79033E}" destId="{4E3A3E0C-87CA-4951-9BCC-26410BD203C1}" srcOrd="1" destOrd="0" presId="urn:microsoft.com/office/officeart/2016/7/layout/BasicLinearProcessNumbered"/>
    <dgm:cxn modelId="{3401BF76-4E82-44F6-B061-8199528C6263}" srcId="{9896CFBD-FF0B-4600-A6A2-68C8A4B527CA}" destId="{15BDF8AC-3F80-4FA3-8745-CD373A79033E}" srcOrd="0" destOrd="0" parTransId="{B3DEE91B-4ED6-4C2A-B52E-A7E627EA12C6}" sibTransId="{673FAA81-9572-4A29-BD41-3564B67E3FE4}"/>
    <dgm:cxn modelId="{8E8ED759-013A-4639-929C-1673ECB118D9}" type="presOf" srcId="{15BDF8AC-3F80-4FA3-8745-CD373A79033E}" destId="{19A67974-922C-4C55-9C3F-151D4419C341}" srcOrd="0" destOrd="0" presId="urn:microsoft.com/office/officeart/2016/7/layout/BasicLinearProcessNumbered"/>
    <dgm:cxn modelId="{28068285-4750-418A-8CBB-2C75E804CA18}" type="presOf" srcId="{26C77ACB-EB8E-4DCF-8554-BE884E150547}" destId="{E9AD6216-38A5-4D05-A3B7-4A595B17E3DA}" srcOrd="0" destOrd="0" presId="urn:microsoft.com/office/officeart/2016/7/layout/BasicLinearProcessNumbered"/>
    <dgm:cxn modelId="{A53A3787-DBF4-442E-9507-8AD6D11F8C15}" type="presOf" srcId="{67CC5943-B258-400E-A584-381662B7CE07}" destId="{570E4635-D4CF-4CFD-9DDC-B4248886C517}" srcOrd="0" destOrd="0" presId="urn:microsoft.com/office/officeart/2016/7/layout/BasicLinearProcessNumbered"/>
    <dgm:cxn modelId="{71AD6197-0AB3-4DA0-93F5-6614F310B348}" type="presOf" srcId="{8225C6C7-6235-4DCE-AA3F-CF870894E7CC}" destId="{71C28263-60E1-434C-B4DA-303599E67857}" srcOrd="0" destOrd="0" presId="urn:microsoft.com/office/officeart/2016/7/layout/BasicLinearProcessNumbered"/>
    <dgm:cxn modelId="{C5B9B699-27E9-4FE3-97BE-EB42A7A71E0D}" srcId="{9896CFBD-FF0B-4600-A6A2-68C8A4B527CA}" destId="{C79B3FD8-199B-4D3D-B28E-3142891414F7}" srcOrd="3" destOrd="0" parTransId="{F7C9BD0F-D5BD-4055-99AD-22248D11896C}" sibTransId="{26C77ACB-EB8E-4DCF-8554-BE884E150547}"/>
    <dgm:cxn modelId="{18EA18B1-8F09-4649-A224-1C04BAEE63CA}" type="presOf" srcId="{673FAA81-9572-4A29-BD41-3564B67E3FE4}" destId="{EF4A7960-2E86-465A-B712-4C02B50FCC07}" srcOrd="0" destOrd="0" presId="urn:microsoft.com/office/officeart/2016/7/layout/BasicLinearProcessNumbered"/>
    <dgm:cxn modelId="{44F5A3BA-CD45-4911-B415-05CC1279BA69}" srcId="{9896CFBD-FF0B-4600-A6A2-68C8A4B527CA}" destId="{8225C6C7-6235-4DCE-AA3F-CF870894E7CC}" srcOrd="4" destOrd="0" parTransId="{32D2CBDF-CE41-4EAA-B30F-AC7C20AED71A}" sibTransId="{3C838C42-0A0A-4D64-87CC-809C4A1FA7F6}"/>
    <dgm:cxn modelId="{8A616CC6-8B93-46C9-B24E-5653F902778B}" type="presOf" srcId="{C79B3FD8-199B-4D3D-B28E-3142891414F7}" destId="{8E16998E-A023-4B66-8C10-27F0F1794A7D}" srcOrd="0" destOrd="0" presId="urn:microsoft.com/office/officeart/2016/7/layout/BasicLinearProcessNumbered"/>
    <dgm:cxn modelId="{2DBE2DD9-2DCB-46CE-A37A-470464EDFAF1}" srcId="{9896CFBD-FF0B-4600-A6A2-68C8A4B527CA}" destId="{18089D2B-047D-4B9C-8E25-64871F9279C6}" srcOrd="2" destOrd="0" parTransId="{C7B92FD9-21A5-43C8-84AF-8919BE5FB59C}" sibTransId="{2E876C56-7581-4588-9CB0-752EE25AD09E}"/>
    <dgm:cxn modelId="{972605EC-90F4-4F9A-98EA-D85E1BE4B143}" type="presOf" srcId="{9896CFBD-FF0B-4600-A6A2-68C8A4B527CA}" destId="{811CB599-21D7-42FD-AB6A-5ECD5249FA9E}" srcOrd="0" destOrd="0" presId="urn:microsoft.com/office/officeart/2016/7/layout/BasicLinearProcessNumbered"/>
    <dgm:cxn modelId="{CA7775ED-A94F-4AF2-B4AD-5CA5E72F901D}" type="presOf" srcId="{549356E2-DCC6-42BF-9AA6-67102B3249B1}" destId="{5BCE0DBB-F840-41D8-925C-83339F4571C1}" srcOrd="0" destOrd="0" presId="urn:microsoft.com/office/officeart/2016/7/layout/BasicLinearProcessNumbered"/>
    <dgm:cxn modelId="{CFFE49F5-F299-4281-9B84-E15F4615D471}" type="presOf" srcId="{C79B3FD8-199B-4D3D-B28E-3142891414F7}" destId="{2A701C17-A4A6-4C6C-B7A0-E6DD6D195D5C}" srcOrd="1" destOrd="0" presId="urn:microsoft.com/office/officeart/2016/7/layout/BasicLinearProcessNumbered"/>
    <dgm:cxn modelId="{D53CA8F7-600F-4E95-9FB0-F28E9F6129D9}" type="presOf" srcId="{0F18CCDC-93BB-4DCD-93CD-64AFC835A409}" destId="{FBDDD755-83B2-42A2-97A5-749B2518CB15}" srcOrd="0" destOrd="0" presId="urn:microsoft.com/office/officeart/2016/7/layout/BasicLinearProcessNumbered"/>
    <dgm:cxn modelId="{E86837FC-C820-4279-BF7E-2D3DFF4023F5}" srcId="{9896CFBD-FF0B-4600-A6A2-68C8A4B527CA}" destId="{938B41B3-A5F7-43FA-BC83-7B92544D7054}" srcOrd="1" destOrd="0" parTransId="{5FF4A767-A2A3-4CF2-96BB-089AE67CB236}" sibTransId="{0F18CCDC-93BB-4DCD-93CD-64AFC835A409}"/>
    <dgm:cxn modelId="{B30644E2-8960-42A0-BD72-CB09820F78B4}" type="presParOf" srcId="{811CB599-21D7-42FD-AB6A-5ECD5249FA9E}" destId="{AFA21BEE-BA05-4BA5-BB44-94B105D735C9}" srcOrd="0" destOrd="0" presId="urn:microsoft.com/office/officeart/2016/7/layout/BasicLinearProcessNumbered"/>
    <dgm:cxn modelId="{63121F06-D543-464A-816B-9421F0C766D6}" type="presParOf" srcId="{AFA21BEE-BA05-4BA5-BB44-94B105D735C9}" destId="{19A67974-922C-4C55-9C3F-151D4419C341}" srcOrd="0" destOrd="0" presId="urn:microsoft.com/office/officeart/2016/7/layout/BasicLinearProcessNumbered"/>
    <dgm:cxn modelId="{E18579E9-6137-4B3F-9BF3-19BA0D0054F7}" type="presParOf" srcId="{AFA21BEE-BA05-4BA5-BB44-94B105D735C9}" destId="{EF4A7960-2E86-465A-B712-4C02B50FCC07}" srcOrd="1" destOrd="0" presId="urn:microsoft.com/office/officeart/2016/7/layout/BasicLinearProcessNumbered"/>
    <dgm:cxn modelId="{67AE1037-C53C-42DE-8696-F404054ADC11}" type="presParOf" srcId="{AFA21BEE-BA05-4BA5-BB44-94B105D735C9}" destId="{0B23D59F-7177-441B-A24D-116ED25C2490}" srcOrd="2" destOrd="0" presId="urn:microsoft.com/office/officeart/2016/7/layout/BasicLinearProcessNumbered"/>
    <dgm:cxn modelId="{A6CE3DAD-C1ED-4106-82B1-875BEAB5F5D3}" type="presParOf" srcId="{AFA21BEE-BA05-4BA5-BB44-94B105D735C9}" destId="{4E3A3E0C-87CA-4951-9BCC-26410BD203C1}" srcOrd="3" destOrd="0" presId="urn:microsoft.com/office/officeart/2016/7/layout/BasicLinearProcessNumbered"/>
    <dgm:cxn modelId="{9FEEDE93-B9A4-42A5-B520-412FFF9B9D2F}" type="presParOf" srcId="{811CB599-21D7-42FD-AB6A-5ECD5249FA9E}" destId="{99ABD4C7-2F73-4B6C-A73B-0A0202EAA6FF}" srcOrd="1" destOrd="0" presId="urn:microsoft.com/office/officeart/2016/7/layout/BasicLinearProcessNumbered"/>
    <dgm:cxn modelId="{B1535DEF-283C-4C6E-881F-DDEF6AC8CA03}" type="presParOf" srcId="{811CB599-21D7-42FD-AB6A-5ECD5249FA9E}" destId="{54773C0A-6C44-4E7E-BE1E-3751BF888906}" srcOrd="2" destOrd="0" presId="urn:microsoft.com/office/officeart/2016/7/layout/BasicLinearProcessNumbered"/>
    <dgm:cxn modelId="{F0B85C50-1F62-4F62-B812-7A3872DFC126}" type="presParOf" srcId="{54773C0A-6C44-4E7E-BE1E-3751BF888906}" destId="{DC4810EB-D5AB-45C7-90FF-8683BB6F17B8}" srcOrd="0" destOrd="0" presId="urn:microsoft.com/office/officeart/2016/7/layout/BasicLinearProcessNumbered"/>
    <dgm:cxn modelId="{40408C31-20DC-432D-AD2A-F538247B70C2}" type="presParOf" srcId="{54773C0A-6C44-4E7E-BE1E-3751BF888906}" destId="{FBDDD755-83B2-42A2-97A5-749B2518CB15}" srcOrd="1" destOrd="0" presId="urn:microsoft.com/office/officeart/2016/7/layout/BasicLinearProcessNumbered"/>
    <dgm:cxn modelId="{EFF8EFA4-CEC2-44A8-B313-308030D803E4}" type="presParOf" srcId="{54773C0A-6C44-4E7E-BE1E-3751BF888906}" destId="{248A05E4-9860-4105-A54E-5AEF6C067F6B}" srcOrd="2" destOrd="0" presId="urn:microsoft.com/office/officeart/2016/7/layout/BasicLinearProcessNumbered"/>
    <dgm:cxn modelId="{60898444-F71A-4A4B-92C7-53E2D6CC932D}" type="presParOf" srcId="{54773C0A-6C44-4E7E-BE1E-3751BF888906}" destId="{8CB36707-7A4B-4D41-A241-3B53CBBC0833}" srcOrd="3" destOrd="0" presId="urn:microsoft.com/office/officeart/2016/7/layout/BasicLinearProcessNumbered"/>
    <dgm:cxn modelId="{148260C9-3FDA-4ADB-B70F-EBC71411BDC4}" type="presParOf" srcId="{811CB599-21D7-42FD-AB6A-5ECD5249FA9E}" destId="{5BE9C4AE-8542-4E1A-A2CE-873ECA21A995}" srcOrd="3" destOrd="0" presId="urn:microsoft.com/office/officeart/2016/7/layout/BasicLinearProcessNumbered"/>
    <dgm:cxn modelId="{D88E1482-591D-436E-BE94-C9A62A5BE2A2}" type="presParOf" srcId="{811CB599-21D7-42FD-AB6A-5ECD5249FA9E}" destId="{3A019AEC-33F4-4D50-8EA8-6B414E8E9B18}" srcOrd="4" destOrd="0" presId="urn:microsoft.com/office/officeart/2016/7/layout/BasicLinearProcessNumbered"/>
    <dgm:cxn modelId="{81E19B29-EC0A-4B1A-9B60-C91B6BA1D15A}" type="presParOf" srcId="{3A019AEC-33F4-4D50-8EA8-6B414E8E9B18}" destId="{4004E5DB-92B9-4EEB-A8F8-2B5A6B0F23B6}" srcOrd="0" destOrd="0" presId="urn:microsoft.com/office/officeart/2016/7/layout/BasicLinearProcessNumbered"/>
    <dgm:cxn modelId="{F94D28DA-A83E-4851-8C77-EC57291A0505}" type="presParOf" srcId="{3A019AEC-33F4-4D50-8EA8-6B414E8E9B18}" destId="{D1D28634-E737-4A55-9B3F-71613279F0F8}" srcOrd="1" destOrd="0" presId="urn:microsoft.com/office/officeart/2016/7/layout/BasicLinearProcessNumbered"/>
    <dgm:cxn modelId="{B35898A6-4B2A-45DD-B012-AA39B9CCC7F8}" type="presParOf" srcId="{3A019AEC-33F4-4D50-8EA8-6B414E8E9B18}" destId="{E6A76E96-2D20-4A87-B294-ABD131400BEC}" srcOrd="2" destOrd="0" presId="urn:microsoft.com/office/officeart/2016/7/layout/BasicLinearProcessNumbered"/>
    <dgm:cxn modelId="{3C16F8D9-3E22-4A4B-A2C3-E5BF164469F8}" type="presParOf" srcId="{3A019AEC-33F4-4D50-8EA8-6B414E8E9B18}" destId="{63FC1D5D-8CC9-4C48-95DF-2B60F9605920}" srcOrd="3" destOrd="0" presId="urn:microsoft.com/office/officeart/2016/7/layout/BasicLinearProcessNumbered"/>
    <dgm:cxn modelId="{1023DA80-5C02-4CCE-8F77-702DA2F04EC3}" type="presParOf" srcId="{811CB599-21D7-42FD-AB6A-5ECD5249FA9E}" destId="{9BA674D3-DE30-47EB-B116-024DD74FAE33}" srcOrd="5" destOrd="0" presId="urn:microsoft.com/office/officeart/2016/7/layout/BasicLinearProcessNumbered"/>
    <dgm:cxn modelId="{2A07ADF3-0ABD-44E0-8FE3-3117545011F3}" type="presParOf" srcId="{811CB599-21D7-42FD-AB6A-5ECD5249FA9E}" destId="{18ACE032-34A2-4072-A3B8-3D494E896D10}" srcOrd="6" destOrd="0" presId="urn:microsoft.com/office/officeart/2016/7/layout/BasicLinearProcessNumbered"/>
    <dgm:cxn modelId="{6411EA1B-ACFA-47B7-BD9A-4F15093BECE0}" type="presParOf" srcId="{18ACE032-34A2-4072-A3B8-3D494E896D10}" destId="{8E16998E-A023-4B66-8C10-27F0F1794A7D}" srcOrd="0" destOrd="0" presId="urn:microsoft.com/office/officeart/2016/7/layout/BasicLinearProcessNumbered"/>
    <dgm:cxn modelId="{DB0E4C66-687C-4373-853F-B0BB9598DF72}" type="presParOf" srcId="{18ACE032-34A2-4072-A3B8-3D494E896D10}" destId="{E9AD6216-38A5-4D05-A3B7-4A595B17E3DA}" srcOrd="1" destOrd="0" presId="urn:microsoft.com/office/officeart/2016/7/layout/BasicLinearProcessNumbered"/>
    <dgm:cxn modelId="{4963981B-D6ED-4960-8339-BEC1C5D044FA}" type="presParOf" srcId="{18ACE032-34A2-4072-A3B8-3D494E896D10}" destId="{5C97ED2F-C2BF-44E9-A739-04885CC6D5CF}" srcOrd="2" destOrd="0" presId="urn:microsoft.com/office/officeart/2016/7/layout/BasicLinearProcessNumbered"/>
    <dgm:cxn modelId="{00BCD2D1-4D6B-4C88-8F4D-B7D628E28940}" type="presParOf" srcId="{18ACE032-34A2-4072-A3B8-3D494E896D10}" destId="{2A701C17-A4A6-4C6C-B7A0-E6DD6D195D5C}" srcOrd="3" destOrd="0" presId="urn:microsoft.com/office/officeart/2016/7/layout/BasicLinearProcessNumbered"/>
    <dgm:cxn modelId="{3DCF12E6-88A2-4C7B-B257-90F76383B4B2}" type="presParOf" srcId="{811CB599-21D7-42FD-AB6A-5ECD5249FA9E}" destId="{DD7CE8C1-7B59-49A4-961E-0EDA56C2A9AC}" srcOrd="7" destOrd="0" presId="urn:microsoft.com/office/officeart/2016/7/layout/BasicLinearProcessNumbered"/>
    <dgm:cxn modelId="{7AE7D003-30BC-478A-A0F8-5FFD3F2F82EF}" type="presParOf" srcId="{811CB599-21D7-42FD-AB6A-5ECD5249FA9E}" destId="{22850B72-0629-477D-991E-38B32D0B63CF}" srcOrd="8" destOrd="0" presId="urn:microsoft.com/office/officeart/2016/7/layout/BasicLinearProcessNumbered"/>
    <dgm:cxn modelId="{301D9F82-48DB-4FCD-9DEF-19EDEC46D421}" type="presParOf" srcId="{22850B72-0629-477D-991E-38B32D0B63CF}" destId="{71C28263-60E1-434C-B4DA-303599E67857}" srcOrd="0" destOrd="0" presId="urn:microsoft.com/office/officeart/2016/7/layout/BasicLinearProcessNumbered"/>
    <dgm:cxn modelId="{6758EE52-FB50-4304-9BC2-8E9F24457015}" type="presParOf" srcId="{22850B72-0629-477D-991E-38B32D0B63CF}" destId="{322F77CE-20FD-40B1-B36A-5C2B489A0B51}" srcOrd="1" destOrd="0" presId="urn:microsoft.com/office/officeart/2016/7/layout/BasicLinearProcessNumbered"/>
    <dgm:cxn modelId="{6CC48231-3C14-4F9A-B33F-01DE7EE5F1EB}" type="presParOf" srcId="{22850B72-0629-477D-991E-38B32D0B63CF}" destId="{A7BC70B4-507D-4E33-9ECA-5D24A56A2DE1}" srcOrd="2" destOrd="0" presId="urn:microsoft.com/office/officeart/2016/7/layout/BasicLinearProcessNumbered"/>
    <dgm:cxn modelId="{B24A53D5-E701-4BAE-A3A6-C21475957BCC}" type="presParOf" srcId="{22850B72-0629-477D-991E-38B32D0B63CF}" destId="{150F89C7-CDE6-4809-866A-93C0EBF50FB5}" srcOrd="3" destOrd="0" presId="urn:microsoft.com/office/officeart/2016/7/layout/BasicLinearProcessNumbered"/>
    <dgm:cxn modelId="{8BEE9D2D-406A-4BDE-AA7A-686DC93B0B0A}" type="presParOf" srcId="{811CB599-21D7-42FD-AB6A-5ECD5249FA9E}" destId="{CCA176AA-D027-4D7D-9CBD-980BF1FC4647}" srcOrd="9" destOrd="0" presId="urn:microsoft.com/office/officeart/2016/7/layout/BasicLinearProcessNumbered"/>
    <dgm:cxn modelId="{7449A2CE-F542-4E4B-BFD0-E213C89ACAA6}" type="presParOf" srcId="{811CB599-21D7-42FD-AB6A-5ECD5249FA9E}" destId="{903A9D7F-045E-4EF2-8F61-FB8163F14470}" srcOrd="10" destOrd="0" presId="urn:microsoft.com/office/officeart/2016/7/layout/BasicLinearProcessNumbered"/>
    <dgm:cxn modelId="{B26FE442-93B5-45B7-8FA6-F02522628BF9}" type="presParOf" srcId="{903A9D7F-045E-4EF2-8F61-FB8163F14470}" destId="{570E4635-D4CF-4CFD-9DDC-B4248886C517}" srcOrd="0" destOrd="0" presId="urn:microsoft.com/office/officeart/2016/7/layout/BasicLinearProcessNumbered"/>
    <dgm:cxn modelId="{2E3FF617-4C84-4F7C-9080-1FEA5157C13C}" type="presParOf" srcId="{903A9D7F-045E-4EF2-8F61-FB8163F14470}" destId="{5BCE0DBB-F840-41D8-925C-83339F4571C1}" srcOrd="1" destOrd="0" presId="urn:microsoft.com/office/officeart/2016/7/layout/BasicLinearProcessNumbered"/>
    <dgm:cxn modelId="{CB74A480-65CB-4AA2-BF3B-9D50A4F2463B}" type="presParOf" srcId="{903A9D7F-045E-4EF2-8F61-FB8163F14470}" destId="{DE75EB2B-77C4-40EA-89B4-C12C72F32074}" srcOrd="2" destOrd="0" presId="urn:microsoft.com/office/officeart/2016/7/layout/BasicLinearProcessNumbered"/>
    <dgm:cxn modelId="{19E0C841-F2C2-4E82-9AB6-8F79F8AECCB7}" type="presParOf" srcId="{903A9D7F-045E-4EF2-8F61-FB8163F14470}" destId="{F61E5961-F2E7-4372-9228-8D84BB416EEE}"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4124C18-A03D-4B62-B170-14C574CDEFFD}" type="doc">
      <dgm:prSet loTypeId="urn:microsoft.com/office/officeart/2008/layout/LinedList" loCatId="list" qsTypeId="urn:microsoft.com/office/officeart/2005/8/quickstyle/simple5" qsCatId="simple" csTypeId="urn:microsoft.com/office/officeart/2005/8/colors/accent2_2" csCatId="accent2" phldr="1"/>
      <dgm:spPr/>
      <dgm:t>
        <a:bodyPr/>
        <a:lstStyle/>
        <a:p>
          <a:endParaRPr lang="en-US"/>
        </a:p>
      </dgm:t>
    </dgm:pt>
    <dgm:pt modelId="{C12D7847-A32D-4926-BE67-EB5CDC74E315}">
      <dgm:prSet/>
      <dgm:spPr/>
      <dgm:t>
        <a:bodyPr/>
        <a:lstStyle/>
        <a:p>
          <a:r>
            <a:rPr lang="en-IE" dirty="0"/>
            <a:t>Definitions and responsibilities of data controllers and data processors?</a:t>
          </a:r>
          <a:endParaRPr lang="en-US" dirty="0"/>
        </a:p>
      </dgm:t>
    </dgm:pt>
    <dgm:pt modelId="{9BB95C06-9CED-4E74-A8CD-564043F19E96}" type="parTrans" cxnId="{6BEA21E6-21F2-43CC-8DBB-DDD37F7674AA}">
      <dgm:prSet/>
      <dgm:spPr/>
      <dgm:t>
        <a:bodyPr/>
        <a:lstStyle/>
        <a:p>
          <a:endParaRPr lang="en-US"/>
        </a:p>
      </dgm:t>
    </dgm:pt>
    <dgm:pt modelId="{E74A3C91-6EC1-4983-9723-9DA617DCCED3}" type="sibTrans" cxnId="{6BEA21E6-21F2-43CC-8DBB-DDD37F7674AA}">
      <dgm:prSet/>
      <dgm:spPr/>
      <dgm:t>
        <a:bodyPr/>
        <a:lstStyle/>
        <a:p>
          <a:endParaRPr lang="en-US"/>
        </a:p>
      </dgm:t>
    </dgm:pt>
    <dgm:pt modelId="{DA10316D-25FA-45B9-AEFA-A1AAD5207582}">
      <dgm:prSet/>
      <dgm:spPr/>
      <dgm:t>
        <a:bodyPr/>
        <a:lstStyle/>
        <a:p>
          <a:r>
            <a:rPr lang="en-IE" dirty="0"/>
            <a:t>Joint controllership and data processing agreements.</a:t>
          </a:r>
          <a:endParaRPr lang="en-US" dirty="0"/>
        </a:p>
      </dgm:t>
    </dgm:pt>
    <dgm:pt modelId="{CE763101-ECE3-4054-9330-D47E0C94824C}" type="parTrans" cxnId="{C9C8BB1E-26FE-4419-B840-3DB2793FBCF1}">
      <dgm:prSet/>
      <dgm:spPr/>
      <dgm:t>
        <a:bodyPr/>
        <a:lstStyle/>
        <a:p>
          <a:endParaRPr lang="en-US"/>
        </a:p>
      </dgm:t>
    </dgm:pt>
    <dgm:pt modelId="{3177ABBF-347B-4D3F-B2B1-1D953F2690EA}" type="sibTrans" cxnId="{C9C8BB1E-26FE-4419-B840-3DB2793FBCF1}">
      <dgm:prSet/>
      <dgm:spPr/>
      <dgm:t>
        <a:bodyPr/>
        <a:lstStyle/>
        <a:p>
          <a:endParaRPr lang="en-US"/>
        </a:p>
      </dgm:t>
    </dgm:pt>
    <dgm:pt modelId="{D20C9608-3C78-4EB2-B803-68E10510EB50}">
      <dgm:prSet/>
      <dgm:spPr/>
      <dgm:t>
        <a:bodyPr/>
        <a:lstStyle/>
        <a:p>
          <a:endParaRPr lang="en-US" dirty="0"/>
        </a:p>
      </dgm:t>
    </dgm:pt>
    <dgm:pt modelId="{19425CB7-AD24-4944-B3B2-5CD9681B1C50}" type="parTrans" cxnId="{82AAB841-A4C3-4A7B-9F62-612B182C5B0E}">
      <dgm:prSet/>
      <dgm:spPr/>
      <dgm:t>
        <a:bodyPr/>
        <a:lstStyle/>
        <a:p>
          <a:endParaRPr lang="en-US"/>
        </a:p>
      </dgm:t>
    </dgm:pt>
    <dgm:pt modelId="{E3E7DA9F-1435-4207-8E9D-083CF97CD225}" type="sibTrans" cxnId="{82AAB841-A4C3-4A7B-9F62-612B182C5B0E}">
      <dgm:prSet/>
      <dgm:spPr/>
      <dgm:t>
        <a:bodyPr/>
        <a:lstStyle/>
        <a:p>
          <a:endParaRPr lang="en-US"/>
        </a:p>
      </dgm:t>
    </dgm:pt>
    <dgm:pt modelId="{65885E57-E078-4D82-985A-7E537CB45CA2}" type="pres">
      <dgm:prSet presAssocID="{E4124C18-A03D-4B62-B170-14C574CDEFFD}" presName="vert0" presStyleCnt="0">
        <dgm:presLayoutVars>
          <dgm:dir/>
          <dgm:animOne val="branch"/>
          <dgm:animLvl val="lvl"/>
        </dgm:presLayoutVars>
      </dgm:prSet>
      <dgm:spPr/>
    </dgm:pt>
    <dgm:pt modelId="{6C642CDC-6991-4B6A-85C4-232CAF1E4682}" type="pres">
      <dgm:prSet presAssocID="{C12D7847-A32D-4926-BE67-EB5CDC74E315}" presName="thickLine" presStyleLbl="alignNode1" presStyleIdx="0" presStyleCnt="3"/>
      <dgm:spPr/>
    </dgm:pt>
    <dgm:pt modelId="{316FA866-E09A-4D12-9156-ECF68190291A}" type="pres">
      <dgm:prSet presAssocID="{C12D7847-A32D-4926-BE67-EB5CDC74E315}" presName="horz1" presStyleCnt="0"/>
      <dgm:spPr/>
    </dgm:pt>
    <dgm:pt modelId="{4C99EB29-1418-499E-8689-36D2663E9019}" type="pres">
      <dgm:prSet presAssocID="{C12D7847-A32D-4926-BE67-EB5CDC74E315}" presName="tx1" presStyleLbl="revTx" presStyleIdx="0" presStyleCnt="3"/>
      <dgm:spPr/>
    </dgm:pt>
    <dgm:pt modelId="{39D65D1B-4B43-4B2E-8E4C-3C507EBCC035}" type="pres">
      <dgm:prSet presAssocID="{C12D7847-A32D-4926-BE67-EB5CDC74E315}" presName="vert1" presStyleCnt="0"/>
      <dgm:spPr/>
    </dgm:pt>
    <dgm:pt modelId="{AF066951-1355-4062-8389-8592B5911787}" type="pres">
      <dgm:prSet presAssocID="{DA10316D-25FA-45B9-AEFA-A1AAD5207582}" presName="thickLine" presStyleLbl="alignNode1" presStyleIdx="1" presStyleCnt="3"/>
      <dgm:spPr/>
    </dgm:pt>
    <dgm:pt modelId="{02B2F7CA-DEF8-496E-A756-1FB0D3FC0379}" type="pres">
      <dgm:prSet presAssocID="{DA10316D-25FA-45B9-AEFA-A1AAD5207582}" presName="horz1" presStyleCnt="0"/>
      <dgm:spPr/>
    </dgm:pt>
    <dgm:pt modelId="{7CA5F960-E74C-44C2-B15B-3926E51BC1C7}" type="pres">
      <dgm:prSet presAssocID="{DA10316D-25FA-45B9-AEFA-A1AAD5207582}" presName="tx1" presStyleLbl="revTx" presStyleIdx="1" presStyleCnt="3"/>
      <dgm:spPr/>
    </dgm:pt>
    <dgm:pt modelId="{209722FD-9C20-4582-B6F0-CC5D7120AB0C}" type="pres">
      <dgm:prSet presAssocID="{DA10316D-25FA-45B9-AEFA-A1AAD5207582}" presName="vert1" presStyleCnt="0"/>
      <dgm:spPr/>
    </dgm:pt>
    <dgm:pt modelId="{6C175276-05BD-4909-A127-54CAF3B7F9E6}" type="pres">
      <dgm:prSet presAssocID="{D20C9608-3C78-4EB2-B803-68E10510EB50}" presName="thickLine" presStyleLbl="alignNode1" presStyleIdx="2" presStyleCnt="3"/>
      <dgm:spPr/>
    </dgm:pt>
    <dgm:pt modelId="{E33C73CA-63C7-48C6-B99A-DD1BB38F5080}" type="pres">
      <dgm:prSet presAssocID="{D20C9608-3C78-4EB2-B803-68E10510EB50}" presName="horz1" presStyleCnt="0"/>
      <dgm:spPr/>
    </dgm:pt>
    <dgm:pt modelId="{A90C119A-C225-44B3-9FA3-629C789E05EA}" type="pres">
      <dgm:prSet presAssocID="{D20C9608-3C78-4EB2-B803-68E10510EB50}" presName="tx1" presStyleLbl="revTx" presStyleIdx="2" presStyleCnt="3"/>
      <dgm:spPr/>
    </dgm:pt>
    <dgm:pt modelId="{B1BB3AC0-8074-44AD-B704-8F42A2556E8E}" type="pres">
      <dgm:prSet presAssocID="{D20C9608-3C78-4EB2-B803-68E10510EB50}" presName="vert1" presStyleCnt="0"/>
      <dgm:spPr/>
    </dgm:pt>
  </dgm:ptLst>
  <dgm:cxnLst>
    <dgm:cxn modelId="{C9C8BB1E-26FE-4419-B840-3DB2793FBCF1}" srcId="{E4124C18-A03D-4B62-B170-14C574CDEFFD}" destId="{DA10316D-25FA-45B9-AEFA-A1AAD5207582}" srcOrd="1" destOrd="0" parTransId="{CE763101-ECE3-4054-9330-D47E0C94824C}" sibTransId="{3177ABBF-347B-4D3F-B2B1-1D953F2690EA}"/>
    <dgm:cxn modelId="{82AAB841-A4C3-4A7B-9F62-612B182C5B0E}" srcId="{E4124C18-A03D-4B62-B170-14C574CDEFFD}" destId="{D20C9608-3C78-4EB2-B803-68E10510EB50}" srcOrd="2" destOrd="0" parTransId="{19425CB7-AD24-4944-B3B2-5CD9681B1C50}" sibTransId="{E3E7DA9F-1435-4207-8E9D-083CF97CD225}"/>
    <dgm:cxn modelId="{030786B3-F4B4-49B8-8FC0-2D7C43A0F4CB}" type="presOf" srcId="{C12D7847-A32D-4926-BE67-EB5CDC74E315}" destId="{4C99EB29-1418-499E-8689-36D2663E9019}" srcOrd="0" destOrd="0" presId="urn:microsoft.com/office/officeart/2008/layout/LinedList"/>
    <dgm:cxn modelId="{CD1C6CBD-4C5A-4B9F-BE24-A5A2BC4CD9B7}" type="presOf" srcId="{D20C9608-3C78-4EB2-B803-68E10510EB50}" destId="{A90C119A-C225-44B3-9FA3-629C789E05EA}" srcOrd="0" destOrd="0" presId="urn:microsoft.com/office/officeart/2008/layout/LinedList"/>
    <dgm:cxn modelId="{B6D2B8D6-2CF5-435F-9EF9-1E91C2783190}" type="presOf" srcId="{E4124C18-A03D-4B62-B170-14C574CDEFFD}" destId="{65885E57-E078-4D82-985A-7E537CB45CA2}" srcOrd="0" destOrd="0" presId="urn:microsoft.com/office/officeart/2008/layout/LinedList"/>
    <dgm:cxn modelId="{6BEA21E6-21F2-43CC-8DBB-DDD37F7674AA}" srcId="{E4124C18-A03D-4B62-B170-14C574CDEFFD}" destId="{C12D7847-A32D-4926-BE67-EB5CDC74E315}" srcOrd="0" destOrd="0" parTransId="{9BB95C06-9CED-4E74-A8CD-564043F19E96}" sibTransId="{E74A3C91-6EC1-4983-9723-9DA617DCCED3}"/>
    <dgm:cxn modelId="{D5678CEB-B726-4414-9FCC-9F9776DD0DA2}" type="presOf" srcId="{DA10316D-25FA-45B9-AEFA-A1AAD5207582}" destId="{7CA5F960-E74C-44C2-B15B-3926E51BC1C7}" srcOrd="0" destOrd="0" presId="urn:microsoft.com/office/officeart/2008/layout/LinedList"/>
    <dgm:cxn modelId="{38781D75-89E5-4AC2-9046-A103F0DDD3F5}" type="presParOf" srcId="{65885E57-E078-4D82-985A-7E537CB45CA2}" destId="{6C642CDC-6991-4B6A-85C4-232CAF1E4682}" srcOrd="0" destOrd="0" presId="urn:microsoft.com/office/officeart/2008/layout/LinedList"/>
    <dgm:cxn modelId="{9F888079-3D57-4E7E-8798-C7AF8E710629}" type="presParOf" srcId="{65885E57-E078-4D82-985A-7E537CB45CA2}" destId="{316FA866-E09A-4D12-9156-ECF68190291A}" srcOrd="1" destOrd="0" presId="urn:microsoft.com/office/officeart/2008/layout/LinedList"/>
    <dgm:cxn modelId="{3CF10697-ED44-4E64-BE3B-3BAB6471E4A3}" type="presParOf" srcId="{316FA866-E09A-4D12-9156-ECF68190291A}" destId="{4C99EB29-1418-499E-8689-36D2663E9019}" srcOrd="0" destOrd="0" presId="urn:microsoft.com/office/officeart/2008/layout/LinedList"/>
    <dgm:cxn modelId="{4042E5C1-E0EF-467F-82CE-8D1E9ED7ACEA}" type="presParOf" srcId="{316FA866-E09A-4D12-9156-ECF68190291A}" destId="{39D65D1B-4B43-4B2E-8E4C-3C507EBCC035}" srcOrd="1" destOrd="0" presId="urn:microsoft.com/office/officeart/2008/layout/LinedList"/>
    <dgm:cxn modelId="{2A1C4C33-C9C0-48E8-8F9B-179AE3824E51}" type="presParOf" srcId="{65885E57-E078-4D82-985A-7E537CB45CA2}" destId="{AF066951-1355-4062-8389-8592B5911787}" srcOrd="2" destOrd="0" presId="urn:microsoft.com/office/officeart/2008/layout/LinedList"/>
    <dgm:cxn modelId="{47C83186-D5F7-4980-A25A-A39F8A6E8D87}" type="presParOf" srcId="{65885E57-E078-4D82-985A-7E537CB45CA2}" destId="{02B2F7CA-DEF8-496E-A756-1FB0D3FC0379}" srcOrd="3" destOrd="0" presId="urn:microsoft.com/office/officeart/2008/layout/LinedList"/>
    <dgm:cxn modelId="{34DF4375-6F6F-4B4B-BC74-C0679D666849}" type="presParOf" srcId="{02B2F7CA-DEF8-496E-A756-1FB0D3FC0379}" destId="{7CA5F960-E74C-44C2-B15B-3926E51BC1C7}" srcOrd="0" destOrd="0" presId="urn:microsoft.com/office/officeart/2008/layout/LinedList"/>
    <dgm:cxn modelId="{CC4C4BBD-1A83-470B-8695-7557B9B395BC}" type="presParOf" srcId="{02B2F7CA-DEF8-496E-A756-1FB0D3FC0379}" destId="{209722FD-9C20-4582-B6F0-CC5D7120AB0C}" srcOrd="1" destOrd="0" presId="urn:microsoft.com/office/officeart/2008/layout/LinedList"/>
    <dgm:cxn modelId="{37881502-239D-491E-8C9E-A3A80FBD34D6}" type="presParOf" srcId="{65885E57-E078-4D82-985A-7E537CB45CA2}" destId="{6C175276-05BD-4909-A127-54CAF3B7F9E6}" srcOrd="4" destOrd="0" presId="urn:microsoft.com/office/officeart/2008/layout/LinedList"/>
    <dgm:cxn modelId="{C2A65E85-E772-4B68-A731-721993572D6D}" type="presParOf" srcId="{65885E57-E078-4D82-985A-7E537CB45CA2}" destId="{E33C73CA-63C7-48C6-B99A-DD1BB38F5080}" srcOrd="5" destOrd="0" presId="urn:microsoft.com/office/officeart/2008/layout/LinedList"/>
    <dgm:cxn modelId="{9BE76503-10F7-4E6F-88E8-4DC24B983142}" type="presParOf" srcId="{E33C73CA-63C7-48C6-B99A-DD1BB38F5080}" destId="{A90C119A-C225-44B3-9FA3-629C789E05EA}" srcOrd="0" destOrd="0" presId="urn:microsoft.com/office/officeart/2008/layout/LinedList"/>
    <dgm:cxn modelId="{C43F4A5E-F37A-4DB5-9EE8-00F29E780370}" type="presParOf" srcId="{E33C73CA-63C7-48C6-B99A-DD1BB38F5080}" destId="{B1BB3AC0-8074-44AD-B704-8F42A2556E8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2A80819-B79F-4179-AF71-B247AF9D5F99}"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05877034-0AC3-4DEB-B451-8037274C6784}">
      <dgm:prSet/>
      <dgm:spPr/>
      <dgm:t>
        <a:bodyPr/>
        <a:lstStyle/>
        <a:p>
          <a:pPr>
            <a:defRPr cap="all"/>
          </a:pPr>
          <a:r>
            <a:rPr lang="en-IE"/>
            <a:t>When and how to conduct DPIAs</a:t>
          </a:r>
          <a:endParaRPr lang="en-US"/>
        </a:p>
      </dgm:t>
    </dgm:pt>
    <dgm:pt modelId="{D974689C-62A6-4199-8115-55430FEE5DF4}" type="parTrans" cxnId="{016596B1-8E7A-4B72-B668-24504FD2BE65}">
      <dgm:prSet/>
      <dgm:spPr/>
      <dgm:t>
        <a:bodyPr/>
        <a:lstStyle/>
        <a:p>
          <a:endParaRPr lang="en-US"/>
        </a:p>
      </dgm:t>
    </dgm:pt>
    <dgm:pt modelId="{810B7674-9A64-4D7C-9FAE-780D358E6B20}" type="sibTrans" cxnId="{016596B1-8E7A-4B72-B668-24504FD2BE65}">
      <dgm:prSet/>
      <dgm:spPr/>
      <dgm:t>
        <a:bodyPr/>
        <a:lstStyle/>
        <a:p>
          <a:endParaRPr lang="en-US"/>
        </a:p>
      </dgm:t>
    </dgm:pt>
    <dgm:pt modelId="{49A02A67-CD80-48EB-AD31-D3609D5C56D5}">
      <dgm:prSet/>
      <dgm:spPr/>
      <dgm:t>
        <a:bodyPr/>
        <a:lstStyle/>
        <a:p>
          <a:pPr>
            <a:defRPr cap="all"/>
          </a:pPr>
          <a:r>
            <a:rPr lang="en-IE"/>
            <a:t>Mitigating risks through DPISAs</a:t>
          </a:r>
          <a:endParaRPr lang="en-US"/>
        </a:p>
      </dgm:t>
    </dgm:pt>
    <dgm:pt modelId="{B3EDBB90-4EA6-46CC-9A59-FD415DE63D19}" type="parTrans" cxnId="{5A1137B3-B4F4-4306-84AB-58CD1E5E22AE}">
      <dgm:prSet/>
      <dgm:spPr/>
      <dgm:t>
        <a:bodyPr/>
        <a:lstStyle/>
        <a:p>
          <a:endParaRPr lang="en-US"/>
        </a:p>
      </dgm:t>
    </dgm:pt>
    <dgm:pt modelId="{789B0152-E715-4943-8A9A-43B9DD6F1E8D}" type="sibTrans" cxnId="{5A1137B3-B4F4-4306-84AB-58CD1E5E22AE}">
      <dgm:prSet/>
      <dgm:spPr/>
      <dgm:t>
        <a:bodyPr/>
        <a:lstStyle/>
        <a:p>
          <a:endParaRPr lang="en-US"/>
        </a:p>
      </dgm:t>
    </dgm:pt>
    <dgm:pt modelId="{EB85EE63-4BEB-48C1-91B4-70E19E0F1308}">
      <dgm:prSet/>
      <dgm:spPr/>
      <dgm:t>
        <a:bodyPr/>
        <a:lstStyle/>
        <a:p>
          <a:pPr>
            <a:defRPr cap="all"/>
          </a:pPr>
          <a:r>
            <a:rPr lang="en-IE"/>
            <a:t>https://gdpr-info.eu/</a:t>
          </a:r>
          <a:endParaRPr lang="en-US"/>
        </a:p>
      </dgm:t>
    </dgm:pt>
    <dgm:pt modelId="{39B5B51A-2B73-4B66-A256-D9AA91CB4669}" type="parTrans" cxnId="{063965F8-9496-4EC0-9B1C-389C34DBF75C}">
      <dgm:prSet/>
      <dgm:spPr/>
      <dgm:t>
        <a:bodyPr/>
        <a:lstStyle/>
        <a:p>
          <a:endParaRPr lang="en-US"/>
        </a:p>
      </dgm:t>
    </dgm:pt>
    <dgm:pt modelId="{A3518FBF-5854-4F78-8A2E-F900ACFF196B}" type="sibTrans" cxnId="{063965F8-9496-4EC0-9B1C-389C34DBF75C}">
      <dgm:prSet/>
      <dgm:spPr/>
      <dgm:t>
        <a:bodyPr/>
        <a:lstStyle/>
        <a:p>
          <a:endParaRPr lang="en-US"/>
        </a:p>
      </dgm:t>
    </dgm:pt>
    <dgm:pt modelId="{699B863B-EE7E-4FFD-8DF0-398E9CF1772D}" type="pres">
      <dgm:prSet presAssocID="{02A80819-B79F-4179-AF71-B247AF9D5F99}" presName="root" presStyleCnt="0">
        <dgm:presLayoutVars>
          <dgm:dir/>
          <dgm:resizeHandles val="exact"/>
        </dgm:presLayoutVars>
      </dgm:prSet>
      <dgm:spPr/>
    </dgm:pt>
    <dgm:pt modelId="{C3D61F87-9D44-4C67-9DB1-D992235268EC}" type="pres">
      <dgm:prSet presAssocID="{05877034-0AC3-4DEB-B451-8037274C6784}" presName="compNode" presStyleCnt="0"/>
      <dgm:spPr/>
    </dgm:pt>
    <dgm:pt modelId="{B717B7FA-D88F-438B-82FB-31AF91AFE0E7}" type="pres">
      <dgm:prSet presAssocID="{05877034-0AC3-4DEB-B451-8037274C6784}" presName="iconBgRect" presStyleLbl="bgShp" presStyleIdx="0" presStyleCnt="3"/>
      <dgm:spPr/>
    </dgm:pt>
    <dgm:pt modelId="{213DA9B6-A72E-49D4-8B84-330A6147890C}" type="pres">
      <dgm:prSet presAssocID="{05877034-0AC3-4DEB-B451-8037274C678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B767C7AA-F47D-4502-8C87-62CA12FEA7F2}" type="pres">
      <dgm:prSet presAssocID="{05877034-0AC3-4DEB-B451-8037274C6784}" presName="spaceRect" presStyleCnt="0"/>
      <dgm:spPr/>
    </dgm:pt>
    <dgm:pt modelId="{FB60BB6F-53C1-4F9D-8D1E-43C7F7FE3754}" type="pres">
      <dgm:prSet presAssocID="{05877034-0AC3-4DEB-B451-8037274C6784}" presName="textRect" presStyleLbl="revTx" presStyleIdx="0" presStyleCnt="3">
        <dgm:presLayoutVars>
          <dgm:chMax val="1"/>
          <dgm:chPref val="1"/>
        </dgm:presLayoutVars>
      </dgm:prSet>
      <dgm:spPr/>
    </dgm:pt>
    <dgm:pt modelId="{B6A6EAAE-3B52-4702-B0E3-7EFE854FD75B}" type="pres">
      <dgm:prSet presAssocID="{810B7674-9A64-4D7C-9FAE-780D358E6B20}" presName="sibTrans" presStyleCnt="0"/>
      <dgm:spPr/>
    </dgm:pt>
    <dgm:pt modelId="{74B68365-0D8F-4BD8-8B12-E0B38CC8060F}" type="pres">
      <dgm:prSet presAssocID="{49A02A67-CD80-48EB-AD31-D3609D5C56D5}" presName="compNode" presStyleCnt="0"/>
      <dgm:spPr/>
    </dgm:pt>
    <dgm:pt modelId="{48B50118-D49E-4D0F-B0CC-6C8D6474B4C1}" type="pres">
      <dgm:prSet presAssocID="{49A02A67-CD80-48EB-AD31-D3609D5C56D5}" presName="iconBgRect" presStyleLbl="bgShp" presStyleIdx="1" presStyleCnt="3"/>
      <dgm:spPr/>
    </dgm:pt>
    <dgm:pt modelId="{FF691076-BF17-4A99-964E-258F8F80DE36}" type="pres">
      <dgm:prSet presAssocID="{49A02A67-CD80-48EB-AD31-D3609D5C56D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arning"/>
        </a:ext>
      </dgm:extLst>
    </dgm:pt>
    <dgm:pt modelId="{E5144D4B-122A-4444-9D72-F3A934EDBFA4}" type="pres">
      <dgm:prSet presAssocID="{49A02A67-CD80-48EB-AD31-D3609D5C56D5}" presName="spaceRect" presStyleCnt="0"/>
      <dgm:spPr/>
    </dgm:pt>
    <dgm:pt modelId="{1F012767-9DA8-4EA5-B3A5-F2C88F06A0D1}" type="pres">
      <dgm:prSet presAssocID="{49A02A67-CD80-48EB-AD31-D3609D5C56D5}" presName="textRect" presStyleLbl="revTx" presStyleIdx="1" presStyleCnt="3">
        <dgm:presLayoutVars>
          <dgm:chMax val="1"/>
          <dgm:chPref val="1"/>
        </dgm:presLayoutVars>
      </dgm:prSet>
      <dgm:spPr/>
    </dgm:pt>
    <dgm:pt modelId="{58D216A0-41D0-404B-8213-2EC859CBF8BD}" type="pres">
      <dgm:prSet presAssocID="{789B0152-E715-4943-8A9A-43B9DD6F1E8D}" presName="sibTrans" presStyleCnt="0"/>
      <dgm:spPr/>
    </dgm:pt>
    <dgm:pt modelId="{84393123-1591-45E8-8F3A-1BC51BB56A23}" type="pres">
      <dgm:prSet presAssocID="{EB85EE63-4BEB-48C1-91B4-70E19E0F1308}" presName="compNode" presStyleCnt="0"/>
      <dgm:spPr/>
    </dgm:pt>
    <dgm:pt modelId="{02D446E0-EED2-47F7-9102-36F3C25B5065}" type="pres">
      <dgm:prSet presAssocID="{EB85EE63-4BEB-48C1-91B4-70E19E0F1308}" presName="iconBgRect" presStyleLbl="bgShp" presStyleIdx="2" presStyleCnt="3"/>
      <dgm:spPr/>
    </dgm:pt>
    <dgm:pt modelId="{D7BAB936-511D-4E70-A6DB-CE7B2AF24420}" type="pres">
      <dgm:prSet presAssocID="{EB85EE63-4BEB-48C1-91B4-70E19E0F130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arth Globe Americas"/>
        </a:ext>
      </dgm:extLst>
    </dgm:pt>
    <dgm:pt modelId="{096046DB-E769-49BB-A7ED-2E35522CE1D6}" type="pres">
      <dgm:prSet presAssocID="{EB85EE63-4BEB-48C1-91B4-70E19E0F1308}" presName="spaceRect" presStyleCnt="0"/>
      <dgm:spPr/>
    </dgm:pt>
    <dgm:pt modelId="{C1356413-1EE0-41AD-86C7-58CA60FB6D64}" type="pres">
      <dgm:prSet presAssocID="{EB85EE63-4BEB-48C1-91B4-70E19E0F1308}" presName="textRect" presStyleLbl="revTx" presStyleIdx="2" presStyleCnt="3">
        <dgm:presLayoutVars>
          <dgm:chMax val="1"/>
          <dgm:chPref val="1"/>
        </dgm:presLayoutVars>
      </dgm:prSet>
      <dgm:spPr/>
    </dgm:pt>
  </dgm:ptLst>
  <dgm:cxnLst>
    <dgm:cxn modelId="{8A32BF7F-F169-4AF1-B4A7-0EF76ED5187C}" type="presOf" srcId="{02A80819-B79F-4179-AF71-B247AF9D5F99}" destId="{699B863B-EE7E-4FFD-8DF0-398E9CF1772D}" srcOrd="0" destOrd="0" presId="urn:microsoft.com/office/officeart/2018/5/layout/IconCircleLabelList"/>
    <dgm:cxn modelId="{016596B1-8E7A-4B72-B668-24504FD2BE65}" srcId="{02A80819-B79F-4179-AF71-B247AF9D5F99}" destId="{05877034-0AC3-4DEB-B451-8037274C6784}" srcOrd="0" destOrd="0" parTransId="{D974689C-62A6-4199-8115-55430FEE5DF4}" sibTransId="{810B7674-9A64-4D7C-9FAE-780D358E6B20}"/>
    <dgm:cxn modelId="{5A1137B3-B4F4-4306-84AB-58CD1E5E22AE}" srcId="{02A80819-B79F-4179-AF71-B247AF9D5F99}" destId="{49A02A67-CD80-48EB-AD31-D3609D5C56D5}" srcOrd="1" destOrd="0" parTransId="{B3EDBB90-4EA6-46CC-9A59-FD415DE63D19}" sibTransId="{789B0152-E715-4943-8A9A-43B9DD6F1E8D}"/>
    <dgm:cxn modelId="{0141C1BD-E306-4F96-ACE4-F0395CCEED82}" type="presOf" srcId="{05877034-0AC3-4DEB-B451-8037274C6784}" destId="{FB60BB6F-53C1-4F9D-8D1E-43C7F7FE3754}" srcOrd="0" destOrd="0" presId="urn:microsoft.com/office/officeart/2018/5/layout/IconCircleLabelList"/>
    <dgm:cxn modelId="{0F3C2BE5-F1D4-4791-B45F-796C2C7C63CE}" type="presOf" srcId="{49A02A67-CD80-48EB-AD31-D3609D5C56D5}" destId="{1F012767-9DA8-4EA5-B3A5-F2C88F06A0D1}" srcOrd="0" destOrd="0" presId="urn:microsoft.com/office/officeart/2018/5/layout/IconCircleLabelList"/>
    <dgm:cxn modelId="{462E19EC-0E01-4336-8753-815A59A5D5D0}" type="presOf" srcId="{EB85EE63-4BEB-48C1-91B4-70E19E0F1308}" destId="{C1356413-1EE0-41AD-86C7-58CA60FB6D64}" srcOrd="0" destOrd="0" presId="urn:microsoft.com/office/officeart/2018/5/layout/IconCircleLabelList"/>
    <dgm:cxn modelId="{063965F8-9496-4EC0-9B1C-389C34DBF75C}" srcId="{02A80819-B79F-4179-AF71-B247AF9D5F99}" destId="{EB85EE63-4BEB-48C1-91B4-70E19E0F1308}" srcOrd="2" destOrd="0" parTransId="{39B5B51A-2B73-4B66-A256-D9AA91CB4669}" sibTransId="{A3518FBF-5854-4F78-8A2E-F900ACFF196B}"/>
    <dgm:cxn modelId="{CAFC31BC-B46E-49FE-969F-DC5E9FD81467}" type="presParOf" srcId="{699B863B-EE7E-4FFD-8DF0-398E9CF1772D}" destId="{C3D61F87-9D44-4C67-9DB1-D992235268EC}" srcOrd="0" destOrd="0" presId="urn:microsoft.com/office/officeart/2018/5/layout/IconCircleLabelList"/>
    <dgm:cxn modelId="{3944F9CD-9B86-4411-A21F-CDE2D99FCF7D}" type="presParOf" srcId="{C3D61F87-9D44-4C67-9DB1-D992235268EC}" destId="{B717B7FA-D88F-438B-82FB-31AF91AFE0E7}" srcOrd="0" destOrd="0" presId="urn:microsoft.com/office/officeart/2018/5/layout/IconCircleLabelList"/>
    <dgm:cxn modelId="{1883C101-7B64-4D34-89D2-483972314E6A}" type="presParOf" srcId="{C3D61F87-9D44-4C67-9DB1-D992235268EC}" destId="{213DA9B6-A72E-49D4-8B84-330A6147890C}" srcOrd="1" destOrd="0" presId="urn:microsoft.com/office/officeart/2018/5/layout/IconCircleLabelList"/>
    <dgm:cxn modelId="{DDA43FFF-711B-442D-A369-7B997A81A276}" type="presParOf" srcId="{C3D61F87-9D44-4C67-9DB1-D992235268EC}" destId="{B767C7AA-F47D-4502-8C87-62CA12FEA7F2}" srcOrd="2" destOrd="0" presId="urn:microsoft.com/office/officeart/2018/5/layout/IconCircleLabelList"/>
    <dgm:cxn modelId="{90D8668A-2A99-4A49-AB3D-0C6D780F5980}" type="presParOf" srcId="{C3D61F87-9D44-4C67-9DB1-D992235268EC}" destId="{FB60BB6F-53C1-4F9D-8D1E-43C7F7FE3754}" srcOrd="3" destOrd="0" presId="urn:microsoft.com/office/officeart/2018/5/layout/IconCircleLabelList"/>
    <dgm:cxn modelId="{8BFBF7A7-7AC8-4C2C-9C68-49DE95C3FC67}" type="presParOf" srcId="{699B863B-EE7E-4FFD-8DF0-398E9CF1772D}" destId="{B6A6EAAE-3B52-4702-B0E3-7EFE854FD75B}" srcOrd="1" destOrd="0" presId="urn:microsoft.com/office/officeart/2018/5/layout/IconCircleLabelList"/>
    <dgm:cxn modelId="{75574596-8676-4AB3-9B08-771D84C6B046}" type="presParOf" srcId="{699B863B-EE7E-4FFD-8DF0-398E9CF1772D}" destId="{74B68365-0D8F-4BD8-8B12-E0B38CC8060F}" srcOrd="2" destOrd="0" presId="urn:microsoft.com/office/officeart/2018/5/layout/IconCircleLabelList"/>
    <dgm:cxn modelId="{93D5C51A-E876-4B76-8B6F-C5032366C5A1}" type="presParOf" srcId="{74B68365-0D8F-4BD8-8B12-E0B38CC8060F}" destId="{48B50118-D49E-4D0F-B0CC-6C8D6474B4C1}" srcOrd="0" destOrd="0" presId="urn:microsoft.com/office/officeart/2018/5/layout/IconCircleLabelList"/>
    <dgm:cxn modelId="{AFE2A29D-0D49-40BB-BD4E-4E61711744F2}" type="presParOf" srcId="{74B68365-0D8F-4BD8-8B12-E0B38CC8060F}" destId="{FF691076-BF17-4A99-964E-258F8F80DE36}" srcOrd="1" destOrd="0" presId="urn:microsoft.com/office/officeart/2018/5/layout/IconCircleLabelList"/>
    <dgm:cxn modelId="{932A7A19-904E-455B-85C5-4746C0EDEEF6}" type="presParOf" srcId="{74B68365-0D8F-4BD8-8B12-E0B38CC8060F}" destId="{E5144D4B-122A-4444-9D72-F3A934EDBFA4}" srcOrd="2" destOrd="0" presId="urn:microsoft.com/office/officeart/2018/5/layout/IconCircleLabelList"/>
    <dgm:cxn modelId="{496D49DB-12E7-4D0D-8DCF-7C7579CC4B11}" type="presParOf" srcId="{74B68365-0D8F-4BD8-8B12-E0B38CC8060F}" destId="{1F012767-9DA8-4EA5-B3A5-F2C88F06A0D1}" srcOrd="3" destOrd="0" presId="urn:microsoft.com/office/officeart/2018/5/layout/IconCircleLabelList"/>
    <dgm:cxn modelId="{40F24B85-15D9-4D11-9BD5-046ED137A524}" type="presParOf" srcId="{699B863B-EE7E-4FFD-8DF0-398E9CF1772D}" destId="{58D216A0-41D0-404B-8213-2EC859CBF8BD}" srcOrd="3" destOrd="0" presId="urn:microsoft.com/office/officeart/2018/5/layout/IconCircleLabelList"/>
    <dgm:cxn modelId="{2E49D103-7653-4772-A47B-864CF2C10EAF}" type="presParOf" srcId="{699B863B-EE7E-4FFD-8DF0-398E9CF1772D}" destId="{84393123-1591-45E8-8F3A-1BC51BB56A23}" srcOrd="4" destOrd="0" presId="urn:microsoft.com/office/officeart/2018/5/layout/IconCircleLabelList"/>
    <dgm:cxn modelId="{CAAA7F83-965C-44F4-8BE2-2A91F806CD4C}" type="presParOf" srcId="{84393123-1591-45E8-8F3A-1BC51BB56A23}" destId="{02D446E0-EED2-47F7-9102-36F3C25B5065}" srcOrd="0" destOrd="0" presId="urn:microsoft.com/office/officeart/2018/5/layout/IconCircleLabelList"/>
    <dgm:cxn modelId="{EAE7DA8E-B557-4BE8-97F9-5898C58F587B}" type="presParOf" srcId="{84393123-1591-45E8-8F3A-1BC51BB56A23}" destId="{D7BAB936-511D-4E70-A6DB-CE7B2AF24420}" srcOrd="1" destOrd="0" presId="urn:microsoft.com/office/officeart/2018/5/layout/IconCircleLabelList"/>
    <dgm:cxn modelId="{35998D61-1367-4DE9-9371-3539A7404216}" type="presParOf" srcId="{84393123-1591-45E8-8F3A-1BC51BB56A23}" destId="{096046DB-E769-49BB-A7ED-2E35522CE1D6}" srcOrd="2" destOrd="0" presId="urn:microsoft.com/office/officeart/2018/5/layout/IconCircleLabelList"/>
    <dgm:cxn modelId="{67862D5C-BEE7-4739-B96B-C4D11B03B176}" type="presParOf" srcId="{84393123-1591-45E8-8F3A-1BC51BB56A23}" destId="{C1356413-1EE0-41AD-86C7-58CA60FB6D64}"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818A1D-F86C-4F08-A23B-2E4F4C556E7F}"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3A833943-1EED-4331-ACE0-0E2BAF871B2B}">
      <dgm:prSet/>
      <dgm:spPr/>
      <dgm:t>
        <a:bodyPr/>
        <a:lstStyle/>
        <a:p>
          <a:r>
            <a:rPr lang="en-IE"/>
            <a:t>What constitutes a data breach?</a:t>
          </a:r>
          <a:endParaRPr lang="en-US"/>
        </a:p>
      </dgm:t>
    </dgm:pt>
    <dgm:pt modelId="{89D1EB2E-DF6B-4D73-8F05-5E819B6E3F79}" type="parTrans" cxnId="{D23F22D0-C2A5-4E17-A51C-582DF3CEB00E}">
      <dgm:prSet/>
      <dgm:spPr/>
      <dgm:t>
        <a:bodyPr/>
        <a:lstStyle/>
        <a:p>
          <a:endParaRPr lang="en-US"/>
        </a:p>
      </dgm:t>
    </dgm:pt>
    <dgm:pt modelId="{A7EBBAEC-AC77-4913-9E6E-DAF59FDE61C0}" type="sibTrans" cxnId="{D23F22D0-C2A5-4E17-A51C-582DF3CEB00E}">
      <dgm:prSet/>
      <dgm:spPr/>
      <dgm:t>
        <a:bodyPr/>
        <a:lstStyle/>
        <a:p>
          <a:endParaRPr lang="en-US"/>
        </a:p>
      </dgm:t>
    </dgm:pt>
    <dgm:pt modelId="{67461C68-EF36-4966-B4D2-CCF3D75E1081}">
      <dgm:prSet/>
      <dgm:spPr/>
      <dgm:t>
        <a:bodyPr/>
        <a:lstStyle/>
        <a:p>
          <a:r>
            <a:rPr lang="en-IE"/>
            <a:t>The 72-hour notification rule</a:t>
          </a:r>
          <a:endParaRPr lang="en-US"/>
        </a:p>
      </dgm:t>
    </dgm:pt>
    <dgm:pt modelId="{2E63698F-BBFB-4565-B58F-D3FCEB10D71C}" type="parTrans" cxnId="{9D251775-3C80-4737-BF7C-DDC05CA7FB1A}">
      <dgm:prSet/>
      <dgm:spPr/>
      <dgm:t>
        <a:bodyPr/>
        <a:lstStyle/>
        <a:p>
          <a:endParaRPr lang="en-US"/>
        </a:p>
      </dgm:t>
    </dgm:pt>
    <dgm:pt modelId="{2E945CD7-05D4-4090-A8D7-4CC4FDBAB78B}" type="sibTrans" cxnId="{9D251775-3C80-4737-BF7C-DDC05CA7FB1A}">
      <dgm:prSet/>
      <dgm:spPr/>
      <dgm:t>
        <a:bodyPr/>
        <a:lstStyle/>
        <a:p>
          <a:endParaRPr lang="en-US"/>
        </a:p>
      </dgm:t>
    </dgm:pt>
    <dgm:pt modelId="{05E1F9E6-C884-4DEC-B314-B74CDA00B549}">
      <dgm:prSet/>
      <dgm:spPr/>
      <dgm:t>
        <a:bodyPr/>
        <a:lstStyle/>
        <a:p>
          <a:r>
            <a:rPr lang="en-IE"/>
            <a:t>Responsibilities of data controllers and processors in the event of a breach.</a:t>
          </a:r>
          <a:endParaRPr lang="en-US"/>
        </a:p>
      </dgm:t>
    </dgm:pt>
    <dgm:pt modelId="{D007703F-57BE-418D-BCB1-63F5E1849BED}" type="parTrans" cxnId="{8D65BF0A-7442-4A39-8E85-3F79F4CA3741}">
      <dgm:prSet/>
      <dgm:spPr/>
      <dgm:t>
        <a:bodyPr/>
        <a:lstStyle/>
        <a:p>
          <a:endParaRPr lang="en-US"/>
        </a:p>
      </dgm:t>
    </dgm:pt>
    <dgm:pt modelId="{85D5EE25-E163-44F6-9F6B-A8EFC6EC656D}" type="sibTrans" cxnId="{8D65BF0A-7442-4A39-8E85-3F79F4CA3741}">
      <dgm:prSet/>
      <dgm:spPr/>
      <dgm:t>
        <a:bodyPr/>
        <a:lstStyle/>
        <a:p>
          <a:endParaRPr lang="en-US"/>
        </a:p>
      </dgm:t>
    </dgm:pt>
    <dgm:pt modelId="{75109652-6AB8-491C-AD17-2DC568F2FE3D}" type="pres">
      <dgm:prSet presAssocID="{38818A1D-F86C-4F08-A23B-2E4F4C556E7F}" presName="root" presStyleCnt="0">
        <dgm:presLayoutVars>
          <dgm:dir/>
          <dgm:resizeHandles val="exact"/>
        </dgm:presLayoutVars>
      </dgm:prSet>
      <dgm:spPr/>
    </dgm:pt>
    <dgm:pt modelId="{A5ABDD8E-4AD6-4643-848F-5C24D66FCD69}" type="pres">
      <dgm:prSet presAssocID="{3A833943-1EED-4331-ACE0-0E2BAF871B2B}" presName="compNode" presStyleCnt="0"/>
      <dgm:spPr/>
    </dgm:pt>
    <dgm:pt modelId="{29991031-3B49-4104-9F41-8713CDFC7113}" type="pres">
      <dgm:prSet presAssocID="{3A833943-1EED-4331-ACE0-0E2BAF871B2B}" presName="bgRect" presStyleLbl="bgShp" presStyleIdx="0" presStyleCnt="3"/>
      <dgm:spPr/>
    </dgm:pt>
    <dgm:pt modelId="{A1F9554A-D57A-4DE4-A6DE-9AB4B20259C8}" type="pres">
      <dgm:prSet presAssocID="{3A833943-1EED-4331-ACE0-0E2BAF871B2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4A313B4F-5D9F-4F73-9BAD-E8988E35DB1C}" type="pres">
      <dgm:prSet presAssocID="{3A833943-1EED-4331-ACE0-0E2BAF871B2B}" presName="spaceRect" presStyleCnt="0"/>
      <dgm:spPr/>
    </dgm:pt>
    <dgm:pt modelId="{A0D40D74-088F-4DB5-B2E1-C99B74E6F85A}" type="pres">
      <dgm:prSet presAssocID="{3A833943-1EED-4331-ACE0-0E2BAF871B2B}" presName="parTx" presStyleLbl="revTx" presStyleIdx="0" presStyleCnt="3">
        <dgm:presLayoutVars>
          <dgm:chMax val="0"/>
          <dgm:chPref val="0"/>
        </dgm:presLayoutVars>
      </dgm:prSet>
      <dgm:spPr/>
    </dgm:pt>
    <dgm:pt modelId="{FA887E90-0075-4F2E-BA95-6302FB970A87}" type="pres">
      <dgm:prSet presAssocID="{A7EBBAEC-AC77-4913-9E6E-DAF59FDE61C0}" presName="sibTrans" presStyleCnt="0"/>
      <dgm:spPr/>
    </dgm:pt>
    <dgm:pt modelId="{6DDF87C2-4CA7-4B14-A4D4-D2DD67F8DC82}" type="pres">
      <dgm:prSet presAssocID="{67461C68-EF36-4966-B4D2-CCF3D75E1081}" presName="compNode" presStyleCnt="0"/>
      <dgm:spPr/>
    </dgm:pt>
    <dgm:pt modelId="{FA4B2D8E-9B63-4E2F-8B64-66245339818C}" type="pres">
      <dgm:prSet presAssocID="{67461C68-EF36-4966-B4D2-CCF3D75E1081}" presName="bgRect" presStyleLbl="bgShp" presStyleIdx="1" presStyleCnt="3"/>
      <dgm:spPr/>
    </dgm:pt>
    <dgm:pt modelId="{5DA42821-00C9-4D3C-BE31-865E7A1574D9}" type="pres">
      <dgm:prSet presAssocID="{67461C68-EF36-4966-B4D2-CCF3D75E108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1F8E2244-9020-4BDC-B939-562F06F477D2}" type="pres">
      <dgm:prSet presAssocID="{67461C68-EF36-4966-B4D2-CCF3D75E1081}" presName="spaceRect" presStyleCnt="0"/>
      <dgm:spPr/>
    </dgm:pt>
    <dgm:pt modelId="{00ECA617-752B-4954-9BBD-A7BF0FB544AF}" type="pres">
      <dgm:prSet presAssocID="{67461C68-EF36-4966-B4D2-CCF3D75E1081}" presName="parTx" presStyleLbl="revTx" presStyleIdx="1" presStyleCnt="3">
        <dgm:presLayoutVars>
          <dgm:chMax val="0"/>
          <dgm:chPref val="0"/>
        </dgm:presLayoutVars>
      </dgm:prSet>
      <dgm:spPr/>
    </dgm:pt>
    <dgm:pt modelId="{E2953348-1E27-499A-8540-8F097F303790}" type="pres">
      <dgm:prSet presAssocID="{2E945CD7-05D4-4090-A8D7-4CC4FDBAB78B}" presName="sibTrans" presStyleCnt="0"/>
      <dgm:spPr/>
    </dgm:pt>
    <dgm:pt modelId="{9339C419-E7D4-4E8A-A886-503B5C898005}" type="pres">
      <dgm:prSet presAssocID="{05E1F9E6-C884-4DEC-B314-B74CDA00B549}" presName="compNode" presStyleCnt="0"/>
      <dgm:spPr/>
    </dgm:pt>
    <dgm:pt modelId="{BC8D4F92-B470-447E-BE64-F1F8F9FF7E30}" type="pres">
      <dgm:prSet presAssocID="{05E1F9E6-C884-4DEC-B314-B74CDA00B549}" presName="bgRect" presStyleLbl="bgShp" presStyleIdx="2" presStyleCnt="3"/>
      <dgm:spPr/>
    </dgm:pt>
    <dgm:pt modelId="{93F2E781-BF50-428A-98A6-B6661C35C6A2}" type="pres">
      <dgm:prSet presAssocID="{05E1F9E6-C884-4DEC-B314-B74CDA00B54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vel"/>
        </a:ext>
      </dgm:extLst>
    </dgm:pt>
    <dgm:pt modelId="{618CC5F4-99F2-41AE-965D-7460C1671011}" type="pres">
      <dgm:prSet presAssocID="{05E1F9E6-C884-4DEC-B314-B74CDA00B549}" presName="spaceRect" presStyleCnt="0"/>
      <dgm:spPr/>
    </dgm:pt>
    <dgm:pt modelId="{5D6C11A6-7231-47CD-B143-E7A1845F650C}" type="pres">
      <dgm:prSet presAssocID="{05E1F9E6-C884-4DEC-B314-B74CDA00B549}" presName="parTx" presStyleLbl="revTx" presStyleIdx="2" presStyleCnt="3">
        <dgm:presLayoutVars>
          <dgm:chMax val="0"/>
          <dgm:chPref val="0"/>
        </dgm:presLayoutVars>
      </dgm:prSet>
      <dgm:spPr/>
    </dgm:pt>
  </dgm:ptLst>
  <dgm:cxnLst>
    <dgm:cxn modelId="{8D65BF0A-7442-4A39-8E85-3F79F4CA3741}" srcId="{38818A1D-F86C-4F08-A23B-2E4F4C556E7F}" destId="{05E1F9E6-C884-4DEC-B314-B74CDA00B549}" srcOrd="2" destOrd="0" parTransId="{D007703F-57BE-418D-BCB1-63F5E1849BED}" sibTransId="{85D5EE25-E163-44F6-9F6B-A8EFC6EC656D}"/>
    <dgm:cxn modelId="{4C506A38-EA7B-4B2F-A610-48D6BADAE4C5}" type="presOf" srcId="{38818A1D-F86C-4F08-A23B-2E4F4C556E7F}" destId="{75109652-6AB8-491C-AD17-2DC568F2FE3D}" srcOrd="0" destOrd="0" presId="urn:microsoft.com/office/officeart/2018/2/layout/IconVerticalSolidList"/>
    <dgm:cxn modelId="{49CC0F4C-89DE-49C4-AB46-88D72319881A}" type="presOf" srcId="{3A833943-1EED-4331-ACE0-0E2BAF871B2B}" destId="{A0D40D74-088F-4DB5-B2E1-C99B74E6F85A}" srcOrd="0" destOrd="0" presId="urn:microsoft.com/office/officeart/2018/2/layout/IconVerticalSolidList"/>
    <dgm:cxn modelId="{9D251775-3C80-4737-BF7C-DDC05CA7FB1A}" srcId="{38818A1D-F86C-4F08-A23B-2E4F4C556E7F}" destId="{67461C68-EF36-4966-B4D2-CCF3D75E1081}" srcOrd="1" destOrd="0" parTransId="{2E63698F-BBFB-4565-B58F-D3FCEB10D71C}" sibTransId="{2E945CD7-05D4-4090-A8D7-4CC4FDBAB78B}"/>
    <dgm:cxn modelId="{2E59728C-9EDE-49E4-B78C-9D98E325E919}" type="presOf" srcId="{05E1F9E6-C884-4DEC-B314-B74CDA00B549}" destId="{5D6C11A6-7231-47CD-B143-E7A1845F650C}" srcOrd="0" destOrd="0" presId="urn:microsoft.com/office/officeart/2018/2/layout/IconVerticalSolidList"/>
    <dgm:cxn modelId="{3E892CA5-A23C-4A62-8F06-7870D72BBE58}" type="presOf" srcId="{67461C68-EF36-4966-B4D2-CCF3D75E1081}" destId="{00ECA617-752B-4954-9BBD-A7BF0FB544AF}" srcOrd="0" destOrd="0" presId="urn:microsoft.com/office/officeart/2018/2/layout/IconVerticalSolidList"/>
    <dgm:cxn modelId="{D23F22D0-C2A5-4E17-A51C-582DF3CEB00E}" srcId="{38818A1D-F86C-4F08-A23B-2E4F4C556E7F}" destId="{3A833943-1EED-4331-ACE0-0E2BAF871B2B}" srcOrd="0" destOrd="0" parTransId="{89D1EB2E-DF6B-4D73-8F05-5E819B6E3F79}" sibTransId="{A7EBBAEC-AC77-4913-9E6E-DAF59FDE61C0}"/>
    <dgm:cxn modelId="{C11FA4F3-EACF-439D-98B3-CE7079A66E4A}" type="presParOf" srcId="{75109652-6AB8-491C-AD17-2DC568F2FE3D}" destId="{A5ABDD8E-4AD6-4643-848F-5C24D66FCD69}" srcOrd="0" destOrd="0" presId="urn:microsoft.com/office/officeart/2018/2/layout/IconVerticalSolidList"/>
    <dgm:cxn modelId="{B7CE0DC2-6093-49A2-A3E2-5C81FB9F8673}" type="presParOf" srcId="{A5ABDD8E-4AD6-4643-848F-5C24D66FCD69}" destId="{29991031-3B49-4104-9F41-8713CDFC7113}" srcOrd="0" destOrd="0" presId="urn:microsoft.com/office/officeart/2018/2/layout/IconVerticalSolidList"/>
    <dgm:cxn modelId="{71FE28B0-7C1F-46C5-A945-63E7ECA33014}" type="presParOf" srcId="{A5ABDD8E-4AD6-4643-848F-5C24D66FCD69}" destId="{A1F9554A-D57A-4DE4-A6DE-9AB4B20259C8}" srcOrd="1" destOrd="0" presId="urn:microsoft.com/office/officeart/2018/2/layout/IconVerticalSolidList"/>
    <dgm:cxn modelId="{F386AF45-EFE8-40CB-9F26-541C1C4019B9}" type="presParOf" srcId="{A5ABDD8E-4AD6-4643-848F-5C24D66FCD69}" destId="{4A313B4F-5D9F-4F73-9BAD-E8988E35DB1C}" srcOrd="2" destOrd="0" presId="urn:microsoft.com/office/officeart/2018/2/layout/IconVerticalSolidList"/>
    <dgm:cxn modelId="{6E260B04-FC70-482C-BE99-D29F0EB8F26F}" type="presParOf" srcId="{A5ABDD8E-4AD6-4643-848F-5C24D66FCD69}" destId="{A0D40D74-088F-4DB5-B2E1-C99B74E6F85A}" srcOrd="3" destOrd="0" presId="urn:microsoft.com/office/officeart/2018/2/layout/IconVerticalSolidList"/>
    <dgm:cxn modelId="{3AAEF6BE-0EB2-4892-AA52-6A7C7C1F1E00}" type="presParOf" srcId="{75109652-6AB8-491C-AD17-2DC568F2FE3D}" destId="{FA887E90-0075-4F2E-BA95-6302FB970A87}" srcOrd="1" destOrd="0" presId="urn:microsoft.com/office/officeart/2018/2/layout/IconVerticalSolidList"/>
    <dgm:cxn modelId="{C8720D68-53D6-4343-A4EC-B02C8C8D53C7}" type="presParOf" srcId="{75109652-6AB8-491C-AD17-2DC568F2FE3D}" destId="{6DDF87C2-4CA7-4B14-A4D4-D2DD67F8DC82}" srcOrd="2" destOrd="0" presId="urn:microsoft.com/office/officeart/2018/2/layout/IconVerticalSolidList"/>
    <dgm:cxn modelId="{F907D4C6-6B3E-454A-A2C8-FDCC7144C989}" type="presParOf" srcId="{6DDF87C2-4CA7-4B14-A4D4-D2DD67F8DC82}" destId="{FA4B2D8E-9B63-4E2F-8B64-66245339818C}" srcOrd="0" destOrd="0" presId="urn:microsoft.com/office/officeart/2018/2/layout/IconVerticalSolidList"/>
    <dgm:cxn modelId="{BF9D775C-B92A-4E6F-B654-82504CBB4A18}" type="presParOf" srcId="{6DDF87C2-4CA7-4B14-A4D4-D2DD67F8DC82}" destId="{5DA42821-00C9-4D3C-BE31-865E7A1574D9}" srcOrd="1" destOrd="0" presId="urn:microsoft.com/office/officeart/2018/2/layout/IconVerticalSolidList"/>
    <dgm:cxn modelId="{B2DB832B-37FC-455D-8F30-D7D9CDFDBE9A}" type="presParOf" srcId="{6DDF87C2-4CA7-4B14-A4D4-D2DD67F8DC82}" destId="{1F8E2244-9020-4BDC-B939-562F06F477D2}" srcOrd="2" destOrd="0" presId="urn:microsoft.com/office/officeart/2018/2/layout/IconVerticalSolidList"/>
    <dgm:cxn modelId="{45A13849-FC5B-4841-AD03-9364B9F180AD}" type="presParOf" srcId="{6DDF87C2-4CA7-4B14-A4D4-D2DD67F8DC82}" destId="{00ECA617-752B-4954-9BBD-A7BF0FB544AF}" srcOrd="3" destOrd="0" presId="urn:microsoft.com/office/officeart/2018/2/layout/IconVerticalSolidList"/>
    <dgm:cxn modelId="{036B6057-E89C-4A92-B93A-5997E6197230}" type="presParOf" srcId="{75109652-6AB8-491C-AD17-2DC568F2FE3D}" destId="{E2953348-1E27-499A-8540-8F097F303790}" srcOrd="3" destOrd="0" presId="urn:microsoft.com/office/officeart/2018/2/layout/IconVerticalSolidList"/>
    <dgm:cxn modelId="{A6CCE15F-6E36-45AC-AD23-20DED443BDA7}" type="presParOf" srcId="{75109652-6AB8-491C-AD17-2DC568F2FE3D}" destId="{9339C419-E7D4-4E8A-A886-503B5C898005}" srcOrd="4" destOrd="0" presId="urn:microsoft.com/office/officeart/2018/2/layout/IconVerticalSolidList"/>
    <dgm:cxn modelId="{0DECDB22-0818-415C-9387-8B8FFA2BB090}" type="presParOf" srcId="{9339C419-E7D4-4E8A-A886-503B5C898005}" destId="{BC8D4F92-B470-447E-BE64-F1F8F9FF7E30}" srcOrd="0" destOrd="0" presId="urn:microsoft.com/office/officeart/2018/2/layout/IconVerticalSolidList"/>
    <dgm:cxn modelId="{0448A494-9A6A-49ED-AB68-22DEFA8FB0AA}" type="presParOf" srcId="{9339C419-E7D4-4E8A-A886-503B5C898005}" destId="{93F2E781-BF50-428A-98A6-B6661C35C6A2}" srcOrd="1" destOrd="0" presId="urn:microsoft.com/office/officeart/2018/2/layout/IconVerticalSolidList"/>
    <dgm:cxn modelId="{DDD8FBAF-83E9-4CFC-BCFC-445D44E69240}" type="presParOf" srcId="{9339C419-E7D4-4E8A-A886-503B5C898005}" destId="{618CC5F4-99F2-41AE-965D-7460C1671011}" srcOrd="2" destOrd="0" presId="urn:microsoft.com/office/officeart/2018/2/layout/IconVerticalSolidList"/>
    <dgm:cxn modelId="{CF50CF58-EA7B-4562-8823-1DC29688C801}" type="presParOf" srcId="{9339C419-E7D4-4E8A-A886-503B5C898005}" destId="{5D6C11A6-7231-47CD-B143-E7A1845F650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6854DC3-24D7-44FE-A720-9D4B3688C020}" type="doc">
      <dgm:prSet loTypeId="urn:microsoft.com/office/officeart/2005/8/layout/hierarchy3" loCatId="hierarchy" qsTypeId="urn:microsoft.com/office/officeart/2005/8/quickstyle/simple4" qsCatId="simple" csTypeId="urn:microsoft.com/office/officeart/2005/8/colors/accent3_2" csCatId="accent3"/>
      <dgm:spPr/>
      <dgm:t>
        <a:bodyPr/>
        <a:lstStyle/>
        <a:p>
          <a:endParaRPr lang="en-US"/>
        </a:p>
      </dgm:t>
    </dgm:pt>
    <dgm:pt modelId="{9A97FB31-D55A-4DBC-9469-2B5218BFAC4C}">
      <dgm:prSet/>
      <dgm:spPr/>
      <dgm:t>
        <a:bodyPr/>
        <a:lstStyle/>
        <a:p>
          <a:r>
            <a:rPr lang="en-IE"/>
            <a:t>Who needs a DPO?</a:t>
          </a:r>
          <a:endParaRPr lang="en-US"/>
        </a:p>
      </dgm:t>
    </dgm:pt>
    <dgm:pt modelId="{56A8B7A1-DDAA-43E6-B581-71C0ACE890E1}" type="parTrans" cxnId="{E2451838-7421-42F9-9D35-F1C1BB5C59A7}">
      <dgm:prSet/>
      <dgm:spPr/>
      <dgm:t>
        <a:bodyPr/>
        <a:lstStyle/>
        <a:p>
          <a:endParaRPr lang="en-US"/>
        </a:p>
      </dgm:t>
    </dgm:pt>
    <dgm:pt modelId="{847A237F-F9DB-4A02-A184-EB029CC4B3F2}" type="sibTrans" cxnId="{E2451838-7421-42F9-9D35-F1C1BB5C59A7}">
      <dgm:prSet/>
      <dgm:spPr/>
      <dgm:t>
        <a:bodyPr/>
        <a:lstStyle/>
        <a:p>
          <a:endParaRPr lang="en-US"/>
        </a:p>
      </dgm:t>
    </dgm:pt>
    <dgm:pt modelId="{A69664C2-10DF-4D29-A639-4BC96F8D7C2C}">
      <dgm:prSet/>
      <dgm:spPr/>
      <dgm:t>
        <a:bodyPr/>
        <a:lstStyle/>
        <a:p>
          <a:r>
            <a:rPr lang="en-IE"/>
            <a:t>Roles and responsibilities of DPOs</a:t>
          </a:r>
          <a:endParaRPr lang="en-US"/>
        </a:p>
      </dgm:t>
    </dgm:pt>
    <dgm:pt modelId="{C69C88E8-F64A-49FD-AE3F-96FB6998E1BF}" type="parTrans" cxnId="{5C80842E-B8C8-4515-8119-7BE082A76E78}">
      <dgm:prSet/>
      <dgm:spPr/>
      <dgm:t>
        <a:bodyPr/>
        <a:lstStyle/>
        <a:p>
          <a:endParaRPr lang="en-US"/>
        </a:p>
      </dgm:t>
    </dgm:pt>
    <dgm:pt modelId="{62489030-8B95-4C1D-99B0-E85C7F9A9BE2}" type="sibTrans" cxnId="{5C80842E-B8C8-4515-8119-7BE082A76E78}">
      <dgm:prSet/>
      <dgm:spPr/>
      <dgm:t>
        <a:bodyPr/>
        <a:lstStyle/>
        <a:p>
          <a:endParaRPr lang="en-US"/>
        </a:p>
      </dgm:t>
    </dgm:pt>
    <dgm:pt modelId="{0CA45CF1-DC84-445F-A521-CC1AA714607D}" type="pres">
      <dgm:prSet presAssocID="{E6854DC3-24D7-44FE-A720-9D4B3688C020}" presName="diagram" presStyleCnt="0">
        <dgm:presLayoutVars>
          <dgm:chPref val="1"/>
          <dgm:dir/>
          <dgm:animOne val="branch"/>
          <dgm:animLvl val="lvl"/>
          <dgm:resizeHandles/>
        </dgm:presLayoutVars>
      </dgm:prSet>
      <dgm:spPr/>
    </dgm:pt>
    <dgm:pt modelId="{DDAF2870-510C-4C53-B12C-6D99CDB98DE4}" type="pres">
      <dgm:prSet presAssocID="{9A97FB31-D55A-4DBC-9469-2B5218BFAC4C}" presName="root" presStyleCnt="0"/>
      <dgm:spPr/>
    </dgm:pt>
    <dgm:pt modelId="{10B10237-0938-46BC-9755-C3BE3F8358BF}" type="pres">
      <dgm:prSet presAssocID="{9A97FB31-D55A-4DBC-9469-2B5218BFAC4C}" presName="rootComposite" presStyleCnt="0"/>
      <dgm:spPr/>
    </dgm:pt>
    <dgm:pt modelId="{874D6035-EB66-4EE5-A6C4-BB7489B0C492}" type="pres">
      <dgm:prSet presAssocID="{9A97FB31-D55A-4DBC-9469-2B5218BFAC4C}" presName="rootText" presStyleLbl="node1" presStyleIdx="0" presStyleCnt="2"/>
      <dgm:spPr/>
    </dgm:pt>
    <dgm:pt modelId="{82BFCB2A-9364-4EA5-8C3F-9E98E962584D}" type="pres">
      <dgm:prSet presAssocID="{9A97FB31-D55A-4DBC-9469-2B5218BFAC4C}" presName="rootConnector" presStyleLbl="node1" presStyleIdx="0" presStyleCnt="2"/>
      <dgm:spPr/>
    </dgm:pt>
    <dgm:pt modelId="{C5A47549-F1E6-4B1E-BD02-40B3C75A1CA7}" type="pres">
      <dgm:prSet presAssocID="{9A97FB31-D55A-4DBC-9469-2B5218BFAC4C}" presName="childShape" presStyleCnt="0"/>
      <dgm:spPr/>
    </dgm:pt>
    <dgm:pt modelId="{115D1671-AF5D-4463-800C-50060A69BBB2}" type="pres">
      <dgm:prSet presAssocID="{A69664C2-10DF-4D29-A639-4BC96F8D7C2C}" presName="root" presStyleCnt="0"/>
      <dgm:spPr/>
    </dgm:pt>
    <dgm:pt modelId="{B58F4AC6-6CFF-4AF0-9A0D-4B242076E3DA}" type="pres">
      <dgm:prSet presAssocID="{A69664C2-10DF-4D29-A639-4BC96F8D7C2C}" presName="rootComposite" presStyleCnt="0"/>
      <dgm:spPr/>
    </dgm:pt>
    <dgm:pt modelId="{915FFC75-6837-42BC-AC3D-769765977A27}" type="pres">
      <dgm:prSet presAssocID="{A69664C2-10DF-4D29-A639-4BC96F8D7C2C}" presName="rootText" presStyleLbl="node1" presStyleIdx="1" presStyleCnt="2"/>
      <dgm:spPr/>
    </dgm:pt>
    <dgm:pt modelId="{E5F27154-A982-44D8-8272-B348480E3963}" type="pres">
      <dgm:prSet presAssocID="{A69664C2-10DF-4D29-A639-4BC96F8D7C2C}" presName="rootConnector" presStyleLbl="node1" presStyleIdx="1" presStyleCnt="2"/>
      <dgm:spPr/>
    </dgm:pt>
    <dgm:pt modelId="{CFB7D009-F9C6-4A8C-8F73-0BF6E5F4AE78}" type="pres">
      <dgm:prSet presAssocID="{A69664C2-10DF-4D29-A639-4BC96F8D7C2C}" presName="childShape" presStyleCnt="0"/>
      <dgm:spPr/>
    </dgm:pt>
  </dgm:ptLst>
  <dgm:cxnLst>
    <dgm:cxn modelId="{1CDE5902-D5EE-411B-8F2F-2CDD3AB929ED}" type="presOf" srcId="{9A97FB31-D55A-4DBC-9469-2B5218BFAC4C}" destId="{82BFCB2A-9364-4EA5-8C3F-9E98E962584D}" srcOrd="1" destOrd="0" presId="urn:microsoft.com/office/officeart/2005/8/layout/hierarchy3"/>
    <dgm:cxn modelId="{7AEFF616-A065-4BD2-808B-E36976B802E5}" type="presOf" srcId="{9A97FB31-D55A-4DBC-9469-2B5218BFAC4C}" destId="{874D6035-EB66-4EE5-A6C4-BB7489B0C492}" srcOrd="0" destOrd="0" presId="urn:microsoft.com/office/officeart/2005/8/layout/hierarchy3"/>
    <dgm:cxn modelId="{5C80842E-B8C8-4515-8119-7BE082A76E78}" srcId="{E6854DC3-24D7-44FE-A720-9D4B3688C020}" destId="{A69664C2-10DF-4D29-A639-4BC96F8D7C2C}" srcOrd="1" destOrd="0" parTransId="{C69C88E8-F64A-49FD-AE3F-96FB6998E1BF}" sibTransId="{62489030-8B95-4C1D-99B0-E85C7F9A9BE2}"/>
    <dgm:cxn modelId="{E2451838-7421-42F9-9D35-F1C1BB5C59A7}" srcId="{E6854DC3-24D7-44FE-A720-9D4B3688C020}" destId="{9A97FB31-D55A-4DBC-9469-2B5218BFAC4C}" srcOrd="0" destOrd="0" parTransId="{56A8B7A1-DDAA-43E6-B581-71C0ACE890E1}" sibTransId="{847A237F-F9DB-4A02-A184-EB029CC4B3F2}"/>
    <dgm:cxn modelId="{6BC44D4A-0B0D-4140-90AF-231EC5047510}" type="presOf" srcId="{A69664C2-10DF-4D29-A639-4BC96F8D7C2C}" destId="{E5F27154-A982-44D8-8272-B348480E3963}" srcOrd="1" destOrd="0" presId="urn:microsoft.com/office/officeart/2005/8/layout/hierarchy3"/>
    <dgm:cxn modelId="{A4F8826C-74E8-4B91-ACB4-83080BD1C523}" type="presOf" srcId="{A69664C2-10DF-4D29-A639-4BC96F8D7C2C}" destId="{915FFC75-6837-42BC-AC3D-769765977A27}" srcOrd="0" destOrd="0" presId="urn:microsoft.com/office/officeart/2005/8/layout/hierarchy3"/>
    <dgm:cxn modelId="{724DEDBE-C221-4F8F-B858-7D1C6B493412}" type="presOf" srcId="{E6854DC3-24D7-44FE-A720-9D4B3688C020}" destId="{0CA45CF1-DC84-445F-A521-CC1AA714607D}" srcOrd="0" destOrd="0" presId="urn:microsoft.com/office/officeart/2005/8/layout/hierarchy3"/>
    <dgm:cxn modelId="{4748897E-C3F3-4563-8501-D210A0A193A7}" type="presParOf" srcId="{0CA45CF1-DC84-445F-A521-CC1AA714607D}" destId="{DDAF2870-510C-4C53-B12C-6D99CDB98DE4}" srcOrd="0" destOrd="0" presId="urn:microsoft.com/office/officeart/2005/8/layout/hierarchy3"/>
    <dgm:cxn modelId="{3E06E8F3-0C74-4AD4-9666-A587BA4C2C32}" type="presParOf" srcId="{DDAF2870-510C-4C53-B12C-6D99CDB98DE4}" destId="{10B10237-0938-46BC-9755-C3BE3F8358BF}" srcOrd="0" destOrd="0" presId="urn:microsoft.com/office/officeart/2005/8/layout/hierarchy3"/>
    <dgm:cxn modelId="{58A155F4-C88C-4CA2-B51D-0B75B2777D66}" type="presParOf" srcId="{10B10237-0938-46BC-9755-C3BE3F8358BF}" destId="{874D6035-EB66-4EE5-A6C4-BB7489B0C492}" srcOrd="0" destOrd="0" presId="urn:microsoft.com/office/officeart/2005/8/layout/hierarchy3"/>
    <dgm:cxn modelId="{9D894654-840A-4FA1-92E9-DE00FF8CA1F6}" type="presParOf" srcId="{10B10237-0938-46BC-9755-C3BE3F8358BF}" destId="{82BFCB2A-9364-4EA5-8C3F-9E98E962584D}" srcOrd="1" destOrd="0" presId="urn:microsoft.com/office/officeart/2005/8/layout/hierarchy3"/>
    <dgm:cxn modelId="{B81D3389-BCFA-431F-B6A2-261DB0B4E6A5}" type="presParOf" srcId="{DDAF2870-510C-4C53-B12C-6D99CDB98DE4}" destId="{C5A47549-F1E6-4B1E-BD02-40B3C75A1CA7}" srcOrd="1" destOrd="0" presId="urn:microsoft.com/office/officeart/2005/8/layout/hierarchy3"/>
    <dgm:cxn modelId="{0A333ED2-BECB-44F9-A19A-D09084282E62}" type="presParOf" srcId="{0CA45CF1-DC84-445F-A521-CC1AA714607D}" destId="{115D1671-AF5D-4463-800C-50060A69BBB2}" srcOrd="1" destOrd="0" presId="urn:microsoft.com/office/officeart/2005/8/layout/hierarchy3"/>
    <dgm:cxn modelId="{7B257C6D-0C63-4476-B666-B5A33B880810}" type="presParOf" srcId="{115D1671-AF5D-4463-800C-50060A69BBB2}" destId="{B58F4AC6-6CFF-4AF0-9A0D-4B242076E3DA}" srcOrd="0" destOrd="0" presId="urn:microsoft.com/office/officeart/2005/8/layout/hierarchy3"/>
    <dgm:cxn modelId="{78A627B5-83EC-4C0C-8212-5643A0DC1B2F}" type="presParOf" srcId="{B58F4AC6-6CFF-4AF0-9A0D-4B242076E3DA}" destId="{915FFC75-6837-42BC-AC3D-769765977A27}" srcOrd="0" destOrd="0" presId="urn:microsoft.com/office/officeart/2005/8/layout/hierarchy3"/>
    <dgm:cxn modelId="{8DD4678C-DA47-48CF-97DE-C487CDB73025}" type="presParOf" srcId="{B58F4AC6-6CFF-4AF0-9A0D-4B242076E3DA}" destId="{E5F27154-A982-44D8-8272-B348480E3963}" srcOrd="1" destOrd="0" presId="urn:microsoft.com/office/officeart/2005/8/layout/hierarchy3"/>
    <dgm:cxn modelId="{6A0B2BF5-BCA6-49DC-8C23-B3103F18BF0F}" type="presParOf" srcId="{115D1671-AF5D-4463-800C-50060A69BBB2}" destId="{CFB7D009-F9C6-4A8C-8F73-0BF6E5F4AE78}"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DCADE92-2F1C-443B-ACDF-E872F14EBC8B}"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D2F9ACAB-58E4-4C3B-B76E-052216E99E63}">
      <dgm:prSet/>
      <dgm:spPr/>
      <dgm:t>
        <a:bodyPr/>
        <a:lstStyle/>
        <a:p>
          <a:r>
            <a:rPr lang="en-IE"/>
            <a:t>Steps to ensure GDPR compliance</a:t>
          </a:r>
          <a:endParaRPr lang="en-US"/>
        </a:p>
      </dgm:t>
    </dgm:pt>
    <dgm:pt modelId="{0B03E812-7C7C-41CD-8AC9-D42F35BAF191}" type="parTrans" cxnId="{2C80F665-87FA-4579-BBEA-092B7E99948C}">
      <dgm:prSet/>
      <dgm:spPr/>
      <dgm:t>
        <a:bodyPr/>
        <a:lstStyle/>
        <a:p>
          <a:endParaRPr lang="en-US"/>
        </a:p>
      </dgm:t>
    </dgm:pt>
    <dgm:pt modelId="{44FD929C-215D-4BD3-AE6E-E4A27FC7DF17}" type="sibTrans" cxnId="{2C80F665-87FA-4579-BBEA-092B7E99948C}">
      <dgm:prSet/>
      <dgm:spPr/>
      <dgm:t>
        <a:bodyPr/>
        <a:lstStyle/>
        <a:p>
          <a:endParaRPr lang="en-US"/>
        </a:p>
      </dgm:t>
    </dgm:pt>
    <dgm:pt modelId="{396CC067-C34E-49A8-83C6-1B74C71CB42B}">
      <dgm:prSet/>
      <dgm:spPr/>
      <dgm:t>
        <a:bodyPr/>
        <a:lstStyle/>
        <a:p>
          <a:r>
            <a:rPr lang="en-IE"/>
            <a:t>Privacy by Design and Default</a:t>
          </a:r>
          <a:endParaRPr lang="en-US"/>
        </a:p>
      </dgm:t>
    </dgm:pt>
    <dgm:pt modelId="{688E1D65-E46B-4A97-91D2-A2BED23554D5}" type="parTrans" cxnId="{13E5BD3F-6462-48CC-9CAD-B30C69D593C0}">
      <dgm:prSet/>
      <dgm:spPr/>
      <dgm:t>
        <a:bodyPr/>
        <a:lstStyle/>
        <a:p>
          <a:endParaRPr lang="en-US"/>
        </a:p>
      </dgm:t>
    </dgm:pt>
    <dgm:pt modelId="{BF71437B-029B-495C-A07A-B333841A19CF}" type="sibTrans" cxnId="{13E5BD3F-6462-48CC-9CAD-B30C69D593C0}">
      <dgm:prSet/>
      <dgm:spPr/>
      <dgm:t>
        <a:bodyPr/>
        <a:lstStyle/>
        <a:p>
          <a:endParaRPr lang="en-US"/>
        </a:p>
      </dgm:t>
    </dgm:pt>
    <dgm:pt modelId="{B4D72720-F579-495E-8EDD-18A63AEB6AFC}">
      <dgm:prSet/>
      <dgm:spPr/>
      <dgm:t>
        <a:bodyPr/>
        <a:lstStyle/>
        <a:p>
          <a:r>
            <a:rPr lang="en-IE"/>
            <a:t>Data protections policies and documentation</a:t>
          </a:r>
          <a:endParaRPr lang="en-US"/>
        </a:p>
      </dgm:t>
    </dgm:pt>
    <dgm:pt modelId="{CF88203D-1871-429C-9B42-43FBB9318489}" type="parTrans" cxnId="{BFE82061-924D-4799-A3D6-92DC452BA4BF}">
      <dgm:prSet/>
      <dgm:spPr/>
      <dgm:t>
        <a:bodyPr/>
        <a:lstStyle/>
        <a:p>
          <a:endParaRPr lang="en-US"/>
        </a:p>
      </dgm:t>
    </dgm:pt>
    <dgm:pt modelId="{BE248C42-F821-4898-9E28-5F7F64277D3B}" type="sibTrans" cxnId="{BFE82061-924D-4799-A3D6-92DC452BA4BF}">
      <dgm:prSet/>
      <dgm:spPr/>
      <dgm:t>
        <a:bodyPr/>
        <a:lstStyle/>
        <a:p>
          <a:endParaRPr lang="en-US"/>
        </a:p>
      </dgm:t>
    </dgm:pt>
    <dgm:pt modelId="{8447BB3A-AB60-4A82-9712-66D7A4217592}" type="pres">
      <dgm:prSet presAssocID="{2DCADE92-2F1C-443B-ACDF-E872F14EBC8B}" presName="root" presStyleCnt="0">
        <dgm:presLayoutVars>
          <dgm:dir/>
          <dgm:resizeHandles val="exact"/>
        </dgm:presLayoutVars>
      </dgm:prSet>
      <dgm:spPr/>
    </dgm:pt>
    <dgm:pt modelId="{97FD3B7B-1218-4B7E-8DED-2974C6F10230}" type="pres">
      <dgm:prSet presAssocID="{D2F9ACAB-58E4-4C3B-B76E-052216E99E63}" presName="compNode" presStyleCnt="0"/>
      <dgm:spPr/>
    </dgm:pt>
    <dgm:pt modelId="{8585920D-BCBA-47A9-B371-61DCC7A3BF0F}" type="pres">
      <dgm:prSet presAssocID="{D2F9ACAB-58E4-4C3B-B76E-052216E99E63}" presName="bgRect" presStyleLbl="bgShp" presStyleIdx="0" presStyleCnt="3"/>
      <dgm:spPr/>
    </dgm:pt>
    <dgm:pt modelId="{26E1B9DA-64F4-458B-8C8F-960BF931204C}" type="pres">
      <dgm:prSet presAssocID="{D2F9ACAB-58E4-4C3B-B76E-052216E99E6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73334B33-D49E-4CDB-983C-8EC5DF0DF7D5}" type="pres">
      <dgm:prSet presAssocID="{D2F9ACAB-58E4-4C3B-B76E-052216E99E63}" presName="spaceRect" presStyleCnt="0"/>
      <dgm:spPr/>
    </dgm:pt>
    <dgm:pt modelId="{CFDF2A23-FB23-47E6-8D9D-F0426E6FB443}" type="pres">
      <dgm:prSet presAssocID="{D2F9ACAB-58E4-4C3B-B76E-052216E99E63}" presName="parTx" presStyleLbl="revTx" presStyleIdx="0" presStyleCnt="3">
        <dgm:presLayoutVars>
          <dgm:chMax val="0"/>
          <dgm:chPref val="0"/>
        </dgm:presLayoutVars>
      </dgm:prSet>
      <dgm:spPr/>
    </dgm:pt>
    <dgm:pt modelId="{49AE2831-F861-44D4-85E1-2D02424F2D59}" type="pres">
      <dgm:prSet presAssocID="{44FD929C-215D-4BD3-AE6E-E4A27FC7DF17}" presName="sibTrans" presStyleCnt="0"/>
      <dgm:spPr/>
    </dgm:pt>
    <dgm:pt modelId="{201375B0-FE85-4588-8792-6B58D24AA490}" type="pres">
      <dgm:prSet presAssocID="{396CC067-C34E-49A8-83C6-1B74C71CB42B}" presName="compNode" presStyleCnt="0"/>
      <dgm:spPr/>
    </dgm:pt>
    <dgm:pt modelId="{3D64152F-3D84-4455-A021-13D9288296C5}" type="pres">
      <dgm:prSet presAssocID="{396CC067-C34E-49A8-83C6-1B74C71CB42B}" presName="bgRect" presStyleLbl="bgShp" presStyleIdx="1" presStyleCnt="3"/>
      <dgm:spPr/>
    </dgm:pt>
    <dgm:pt modelId="{28F6B7A6-4543-4A68-B2CA-2B09748CF52A}" type="pres">
      <dgm:prSet presAssocID="{396CC067-C34E-49A8-83C6-1B74C71CB42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C39CBC05-962E-4C29-9A1D-808B2B6DC97C}" type="pres">
      <dgm:prSet presAssocID="{396CC067-C34E-49A8-83C6-1B74C71CB42B}" presName="spaceRect" presStyleCnt="0"/>
      <dgm:spPr/>
    </dgm:pt>
    <dgm:pt modelId="{38CBB244-4A92-4AA4-A0D1-9981558C6A08}" type="pres">
      <dgm:prSet presAssocID="{396CC067-C34E-49A8-83C6-1B74C71CB42B}" presName="parTx" presStyleLbl="revTx" presStyleIdx="1" presStyleCnt="3">
        <dgm:presLayoutVars>
          <dgm:chMax val="0"/>
          <dgm:chPref val="0"/>
        </dgm:presLayoutVars>
      </dgm:prSet>
      <dgm:spPr/>
    </dgm:pt>
    <dgm:pt modelId="{EEE0258B-A247-48CC-817B-7DF0B99CE480}" type="pres">
      <dgm:prSet presAssocID="{BF71437B-029B-495C-A07A-B333841A19CF}" presName="sibTrans" presStyleCnt="0"/>
      <dgm:spPr/>
    </dgm:pt>
    <dgm:pt modelId="{4BCD0783-E3A4-430D-AED5-08AADE1859A2}" type="pres">
      <dgm:prSet presAssocID="{B4D72720-F579-495E-8EDD-18A63AEB6AFC}" presName="compNode" presStyleCnt="0"/>
      <dgm:spPr/>
    </dgm:pt>
    <dgm:pt modelId="{CA7A5758-A89F-442A-9D6A-BAD5F4D621FB}" type="pres">
      <dgm:prSet presAssocID="{B4D72720-F579-495E-8EDD-18A63AEB6AFC}" presName="bgRect" presStyleLbl="bgShp" presStyleIdx="2" presStyleCnt="3"/>
      <dgm:spPr/>
    </dgm:pt>
    <dgm:pt modelId="{08C178FA-11D8-4319-9AFA-3651CBA7EFC1}" type="pres">
      <dgm:prSet presAssocID="{B4D72720-F579-495E-8EDD-18A63AEB6AF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A743EFF2-3AD9-4779-873B-A5B22D81F2EA}" type="pres">
      <dgm:prSet presAssocID="{B4D72720-F579-495E-8EDD-18A63AEB6AFC}" presName="spaceRect" presStyleCnt="0"/>
      <dgm:spPr/>
    </dgm:pt>
    <dgm:pt modelId="{45204048-FE8E-49E7-AAD2-2A666E1A065A}" type="pres">
      <dgm:prSet presAssocID="{B4D72720-F579-495E-8EDD-18A63AEB6AFC}" presName="parTx" presStyleLbl="revTx" presStyleIdx="2" presStyleCnt="3">
        <dgm:presLayoutVars>
          <dgm:chMax val="0"/>
          <dgm:chPref val="0"/>
        </dgm:presLayoutVars>
      </dgm:prSet>
      <dgm:spPr/>
    </dgm:pt>
  </dgm:ptLst>
  <dgm:cxnLst>
    <dgm:cxn modelId="{13E5BD3F-6462-48CC-9CAD-B30C69D593C0}" srcId="{2DCADE92-2F1C-443B-ACDF-E872F14EBC8B}" destId="{396CC067-C34E-49A8-83C6-1B74C71CB42B}" srcOrd="1" destOrd="0" parTransId="{688E1D65-E46B-4A97-91D2-A2BED23554D5}" sibTransId="{BF71437B-029B-495C-A07A-B333841A19CF}"/>
    <dgm:cxn modelId="{BFE82061-924D-4799-A3D6-92DC452BA4BF}" srcId="{2DCADE92-2F1C-443B-ACDF-E872F14EBC8B}" destId="{B4D72720-F579-495E-8EDD-18A63AEB6AFC}" srcOrd="2" destOrd="0" parTransId="{CF88203D-1871-429C-9B42-43FBB9318489}" sibTransId="{BE248C42-F821-4898-9E28-5F7F64277D3B}"/>
    <dgm:cxn modelId="{A6C87743-D026-403C-B0C4-49B27EC1024A}" type="presOf" srcId="{396CC067-C34E-49A8-83C6-1B74C71CB42B}" destId="{38CBB244-4A92-4AA4-A0D1-9981558C6A08}" srcOrd="0" destOrd="0" presId="urn:microsoft.com/office/officeart/2018/2/layout/IconVerticalSolidList"/>
    <dgm:cxn modelId="{2C80F665-87FA-4579-BBEA-092B7E99948C}" srcId="{2DCADE92-2F1C-443B-ACDF-E872F14EBC8B}" destId="{D2F9ACAB-58E4-4C3B-B76E-052216E99E63}" srcOrd="0" destOrd="0" parTransId="{0B03E812-7C7C-41CD-8AC9-D42F35BAF191}" sibTransId="{44FD929C-215D-4BD3-AE6E-E4A27FC7DF17}"/>
    <dgm:cxn modelId="{EFB87388-064C-4126-9A89-1F95262EF4F7}" type="presOf" srcId="{B4D72720-F579-495E-8EDD-18A63AEB6AFC}" destId="{45204048-FE8E-49E7-AAD2-2A666E1A065A}" srcOrd="0" destOrd="0" presId="urn:microsoft.com/office/officeart/2018/2/layout/IconVerticalSolidList"/>
    <dgm:cxn modelId="{7875079E-0A0E-4B85-8BB3-7F29C45D7D09}" type="presOf" srcId="{2DCADE92-2F1C-443B-ACDF-E872F14EBC8B}" destId="{8447BB3A-AB60-4A82-9712-66D7A4217592}" srcOrd="0" destOrd="0" presId="urn:microsoft.com/office/officeart/2018/2/layout/IconVerticalSolidList"/>
    <dgm:cxn modelId="{42BF4AA1-3DB5-40B3-9BE8-774ED9078746}" type="presOf" srcId="{D2F9ACAB-58E4-4C3B-B76E-052216E99E63}" destId="{CFDF2A23-FB23-47E6-8D9D-F0426E6FB443}" srcOrd="0" destOrd="0" presId="urn:microsoft.com/office/officeart/2018/2/layout/IconVerticalSolidList"/>
    <dgm:cxn modelId="{12EAB291-C492-4AC0-9BA2-DBBE85A38F70}" type="presParOf" srcId="{8447BB3A-AB60-4A82-9712-66D7A4217592}" destId="{97FD3B7B-1218-4B7E-8DED-2974C6F10230}" srcOrd="0" destOrd="0" presId="urn:microsoft.com/office/officeart/2018/2/layout/IconVerticalSolidList"/>
    <dgm:cxn modelId="{6581997D-9341-40D4-8B66-41AB2FE32AA5}" type="presParOf" srcId="{97FD3B7B-1218-4B7E-8DED-2974C6F10230}" destId="{8585920D-BCBA-47A9-B371-61DCC7A3BF0F}" srcOrd="0" destOrd="0" presId="urn:microsoft.com/office/officeart/2018/2/layout/IconVerticalSolidList"/>
    <dgm:cxn modelId="{984A139A-DF76-4A20-B698-1130087E37E3}" type="presParOf" srcId="{97FD3B7B-1218-4B7E-8DED-2974C6F10230}" destId="{26E1B9DA-64F4-458B-8C8F-960BF931204C}" srcOrd="1" destOrd="0" presId="urn:microsoft.com/office/officeart/2018/2/layout/IconVerticalSolidList"/>
    <dgm:cxn modelId="{A01FC230-BFCD-40CA-8B7D-F364A3F4E2EC}" type="presParOf" srcId="{97FD3B7B-1218-4B7E-8DED-2974C6F10230}" destId="{73334B33-D49E-4CDB-983C-8EC5DF0DF7D5}" srcOrd="2" destOrd="0" presId="urn:microsoft.com/office/officeart/2018/2/layout/IconVerticalSolidList"/>
    <dgm:cxn modelId="{5314653E-9B95-4A27-B145-0649F4197E2A}" type="presParOf" srcId="{97FD3B7B-1218-4B7E-8DED-2974C6F10230}" destId="{CFDF2A23-FB23-47E6-8D9D-F0426E6FB443}" srcOrd="3" destOrd="0" presId="urn:microsoft.com/office/officeart/2018/2/layout/IconVerticalSolidList"/>
    <dgm:cxn modelId="{40273E10-B588-45C8-9C92-70262B706884}" type="presParOf" srcId="{8447BB3A-AB60-4A82-9712-66D7A4217592}" destId="{49AE2831-F861-44D4-85E1-2D02424F2D59}" srcOrd="1" destOrd="0" presId="urn:microsoft.com/office/officeart/2018/2/layout/IconVerticalSolidList"/>
    <dgm:cxn modelId="{05EF2B3F-8AD9-4D6E-AE3B-80A364CB9CF9}" type="presParOf" srcId="{8447BB3A-AB60-4A82-9712-66D7A4217592}" destId="{201375B0-FE85-4588-8792-6B58D24AA490}" srcOrd="2" destOrd="0" presId="urn:microsoft.com/office/officeart/2018/2/layout/IconVerticalSolidList"/>
    <dgm:cxn modelId="{D94A3595-EAEB-4DBB-BA2D-15B0E3523980}" type="presParOf" srcId="{201375B0-FE85-4588-8792-6B58D24AA490}" destId="{3D64152F-3D84-4455-A021-13D9288296C5}" srcOrd="0" destOrd="0" presId="urn:microsoft.com/office/officeart/2018/2/layout/IconVerticalSolidList"/>
    <dgm:cxn modelId="{372AE54F-9DCB-414F-B377-0095994AC84F}" type="presParOf" srcId="{201375B0-FE85-4588-8792-6B58D24AA490}" destId="{28F6B7A6-4543-4A68-B2CA-2B09748CF52A}" srcOrd="1" destOrd="0" presId="urn:microsoft.com/office/officeart/2018/2/layout/IconVerticalSolidList"/>
    <dgm:cxn modelId="{DC337FE4-8565-4BC0-B020-4B58D394703A}" type="presParOf" srcId="{201375B0-FE85-4588-8792-6B58D24AA490}" destId="{C39CBC05-962E-4C29-9A1D-808B2B6DC97C}" srcOrd="2" destOrd="0" presId="urn:microsoft.com/office/officeart/2018/2/layout/IconVerticalSolidList"/>
    <dgm:cxn modelId="{1FB8E61F-DE78-4712-8663-100CF47CBCBD}" type="presParOf" srcId="{201375B0-FE85-4588-8792-6B58D24AA490}" destId="{38CBB244-4A92-4AA4-A0D1-9981558C6A08}" srcOrd="3" destOrd="0" presId="urn:microsoft.com/office/officeart/2018/2/layout/IconVerticalSolidList"/>
    <dgm:cxn modelId="{8F8E0693-0967-4019-82AE-6BC4AE099D2B}" type="presParOf" srcId="{8447BB3A-AB60-4A82-9712-66D7A4217592}" destId="{EEE0258B-A247-48CC-817B-7DF0B99CE480}" srcOrd="3" destOrd="0" presId="urn:microsoft.com/office/officeart/2018/2/layout/IconVerticalSolidList"/>
    <dgm:cxn modelId="{94191977-9832-4F49-A5C4-CBCA79C8834C}" type="presParOf" srcId="{8447BB3A-AB60-4A82-9712-66D7A4217592}" destId="{4BCD0783-E3A4-430D-AED5-08AADE1859A2}" srcOrd="4" destOrd="0" presId="urn:microsoft.com/office/officeart/2018/2/layout/IconVerticalSolidList"/>
    <dgm:cxn modelId="{EA0EC9AC-0E6C-44E3-9A1A-76241E51E45C}" type="presParOf" srcId="{4BCD0783-E3A4-430D-AED5-08AADE1859A2}" destId="{CA7A5758-A89F-442A-9D6A-BAD5F4D621FB}" srcOrd="0" destOrd="0" presId="urn:microsoft.com/office/officeart/2018/2/layout/IconVerticalSolidList"/>
    <dgm:cxn modelId="{72FCFA43-3021-4E12-A89A-BE1A2BDCD96C}" type="presParOf" srcId="{4BCD0783-E3A4-430D-AED5-08AADE1859A2}" destId="{08C178FA-11D8-4319-9AFA-3651CBA7EFC1}" srcOrd="1" destOrd="0" presId="urn:microsoft.com/office/officeart/2018/2/layout/IconVerticalSolidList"/>
    <dgm:cxn modelId="{0FD5272A-D63A-4A7F-B7B2-D1B82A46F0EB}" type="presParOf" srcId="{4BCD0783-E3A4-430D-AED5-08AADE1859A2}" destId="{A743EFF2-3AD9-4779-873B-A5B22D81F2EA}" srcOrd="2" destOrd="0" presId="urn:microsoft.com/office/officeart/2018/2/layout/IconVerticalSolidList"/>
    <dgm:cxn modelId="{F426B6CC-1EB8-4903-BBBC-2366FA482399}" type="presParOf" srcId="{4BCD0783-E3A4-430D-AED5-08AADE1859A2}" destId="{45204048-FE8E-49E7-AAD2-2A666E1A065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C0EABB6-F8AC-4DA2-A4B5-A32914261CAD}"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D2011C8B-5AC0-49E7-B896-4EA8F2F17656}">
      <dgm:prSet/>
      <dgm:spPr/>
      <dgm:t>
        <a:bodyPr/>
        <a:lstStyle/>
        <a:p>
          <a:r>
            <a:rPr lang="en-IE"/>
            <a:t>GDPR in the context of emerging technologies (AI, IoT, etc.)</a:t>
          </a:r>
          <a:endParaRPr lang="en-US"/>
        </a:p>
      </dgm:t>
    </dgm:pt>
    <dgm:pt modelId="{6B4BB09D-B426-4C77-82F3-D97E111239C8}" type="parTrans" cxnId="{877DACF6-ECC0-4040-AA9A-CD6081C32FDD}">
      <dgm:prSet/>
      <dgm:spPr/>
      <dgm:t>
        <a:bodyPr/>
        <a:lstStyle/>
        <a:p>
          <a:endParaRPr lang="en-US"/>
        </a:p>
      </dgm:t>
    </dgm:pt>
    <dgm:pt modelId="{CB22FA24-EA66-4DE8-8522-3D7E84A22050}" type="sibTrans" cxnId="{877DACF6-ECC0-4040-AA9A-CD6081C32FDD}">
      <dgm:prSet/>
      <dgm:spPr/>
      <dgm:t>
        <a:bodyPr/>
        <a:lstStyle/>
        <a:p>
          <a:endParaRPr lang="en-US"/>
        </a:p>
      </dgm:t>
    </dgm:pt>
    <dgm:pt modelId="{F69554BC-5419-43C9-9448-26890187A98A}">
      <dgm:prSet/>
      <dgm:spPr/>
      <dgm:t>
        <a:bodyPr/>
        <a:lstStyle/>
        <a:p>
          <a:r>
            <a:rPr lang="en-IE"/>
            <a:t>Future developments and challenges in data protection. </a:t>
          </a:r>
          <a:endParaRPr lang="en-US"/>
        </a:p>
      </dgm:t>
    </dgm:pt>
    <dgm:pt modelId="{0D254531-774F-4326-B2AF-038ABCFBCFDE}" type="parTrans" cxnId="{58603476-0FBA-4D17-979C-0C2B752E5ED9}">
      <dgm:prSet/>
      <dgm:spPr/>
      <dgm:t>
        <a:bodyPr/>
        <a:lstStyle/>
        <a:p>
          <a:endParaRPr lang="en-US"/>
        </a:p>
      </dgm:t>
    </dgm:pt>
    <dgm:pt modelId="{24884319-43C2-4B0F-BDCF-6B97A198F2A0}" type="sibTrans" cxnId="{58603476-0FBA-4D17-979C-0C2B752E5ED9}">
      <dgm:prSet/>
      <dgm:spPr/>
      <dgm:t>
        <a:bodyPr/>
        <a:lstStyle/>
        <a:p>
          <a:endParaRPr lang="en-US"/>
        </a:p>
      </dgm:t>
    </dgm:pt>
    <dgm:pt modelId="{0061BD46-26BB-4CB8-B02D-D707C8BE35EC}" type="pres">
      <dgm:prSet presAssocID="{3C0EABB6-F8AC-4DA2-A4B5-A32914261CAD}" presName="root" presStyleCnt="0">
        <dgm:presLayoutVars>
          <dgm:dir/>
          <dgm:resizeHandles val="exact"/>
        </dgm:presLayoutVars>
      </dgm:prSet>
      <dgm:spPr/>
    </dgm:pt>
    <dgm:pt modelId="{7B5CB8A4-0039-4D7D-B29D-DEB7B40DF831}" type="pres">
      <dgm:prSet presAssocID="{D2011C8B-5AC0-49E7-B896-4EA8F2F17656}" presName="compNode" presStyleCnt="0"/>
      <dgm:spPr/>
    </dgm:pt>
    <dgm:pt modelId="{0D49D155-D90B-48C7-8B8B-A468AF4F832B}" type="pres">
      <dgm:prSet presAssocID="{D2011C8B-5AC0-49E7-B896-4EA8F2F17656}" presName="bgRect" presStyleLbl="bgShp" presStyleIdx="0" presStyleCnt="2"/>
      <dgm:spPr/>
    </dgm:pt>
    <dgm:pt modelId="{BB9A0134-1A63-4BE3-BDAB-1E1AD679084A}" type="pres">
      <dgm:prSet presAssocID="{D2011C8B-5AC0-49E7-B896-4EA8F2F1765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obot"/>
        </a:ext>
      </dgm:extLst>
    </dgm:pt>
    <dgm:pt modelId="{CD8757EC-445B-40E7-9A12-326E6A75C587}" type="pres">
      <dgm:prSet presAssocID="{D2011C8B-5AC0-49E7-B896-4EA8F2F17656}" presName="spaceRect" presStyleCnt="0"/>
      <dgm:spPr/>
    </dgm:pt>
    <dgm:pt modelId="{72953186-ECE3-47FF-B56F-9C64B4A18B9D}" type="pres">
      <dgm:prSet presAssocID="{D2011C8B-5AC0-49E7-B896-4EA8F2F17656}" presName="parTx" presStyleLbl="revTx" presStyleIdx="0" presStyleCnt="2">
        <dgm:presLayoutVars>
          <dgm:chMax val="0"/>
          <dgm:chPref val="0"/>
        </dgm:presLayoutVars>
      </dgm:prSet>
      <dgm:spPr/>
    </dgm:pt>
    <dgm:pt modelId="{12359F12-DAA6-4083-A119-81212E30FA8C}" type="pres">
      <dgm:prSet presAssocID="{CB22FA24-EA66-4DE8-8522-3D7E84A22050}" presName="sibTrans" presStyleCnt="0"/>
      <dgm:spPr/>
    </dgm:pt>
    <dgm:pt modelId="{F378772F-53BC-4CE4-9B58-419ACF56EFDC}" type="pres">
      <dgm:prSet presAssocID="{F69554BC-5419-43C9-9448-26890187A98A}" presName="compNode" presStyleCnt="0"/>
      <dgm:spPr/>
    </dgm:pt>
    <dgm:pt modelId="{7465363B-0BAB-40A9-9767-30165905CED5}" type="pres">
      <dgm:prSet presAssocID="{F69554BC-5419-43C9-9448-26890187A98A}" presName="bgRect" presStyleLbl="bgShp" presStyleIdx="1" presStyleCnt="2"/>
      <dgm:spPr/>
    </dgm:pt>
    <dgm:pt modelId="{17B9C377-D3BE-49FA-B66F-3A80CE797890}" type="pres">
      <dgm:prSet presAssocID="{F69554BC-5419-43C9-9448-26890187A98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C725AEA0-898A-4326-B82E-96CBCA91BBAD}" type="pres">
      <dgm:prSet presAssocID="{F69554BC-5419-43C9-9448-26890187A98A}" presName="spaceRect" presStyleCnt="0"/>
      <dgm:spPr/>
    </dgm:pt>
    <dgm:pt modelId="{41BEE7FB-C75F-4AD8-A082-FFE35B54B466}" type="pres">
      <dgm:prSet presAssocID="{F69554BC-5419-43C9-9448-26890187A98A}" presName="parTx" presStyleLbl="revTx" presStyleIdx="1" presStyleCnt="2">
        <dgm:presLayoutVars>
          <dgm:chMax val="0"/>
          <dgm:chPref val="0"/>
        </dgm:presLayoutVars>
      </dgm:prSet>
      <dgm:spPr/>
    </dgm:pt>
  </dgm:ptLst>
  <dgm:cxnLst>
    <dgm:cxn modelId="{9AA65F14-78A4-451F-AEF1-30534AC06375}" type="presOf" srcId="{D2011C8B-5AC0-49E7-B896-4EA8F2F17656}" destId="{72953186-ECE3-47FF-B56F-9C64B4A18B9D}" srcOrd="0" destOrd="0" presId="urn:microsoft.com/office/officeart/2018/2/layout/IconVerticalSolidList"/>
    <dgm:cxn modelId="{254CFE42-0AA1-4A11-87D8-E9A355AF9752}" type="presOf" srcId="{3C0EABB6-F8AC-4DA2-A4B5-A32914261CAD}" destId="{0061BD46-26BB-4CB8-B02D-D707C8BE35EC}" srcOrd="0" destOrd="0" presId="urn:microsoft.com/office/officeart/2018/2/layout/IconVerticalSolidList"/>
    <dgm:cxn modelId="{58603476-0FBA-4D17-979C-0C2B752E5ED9}" srcId="{3C0EABB6-F8AC-4DA2-A4B5-A32914261CAD}" destId="{F69554BC-5419-43C9-9448-26890187A98A}" srcOrd="1" destOrd="0" parTransId="{0D254531-774F-4326-B2AF-038ABCFBCFDE}" sibTransId="{24884319-43C2-4B0F-BDCF-6B97A198F2A0}"/>
    <dgm:cxn modelId="{6B8825A5-B85D-42E6-83F8-F11CEFA52F10}" type="presOf" srcId="{F69554BC-5419-43C9-9448-26890187A98A}" destId="{41BEE7FB-C75F-4AD8-A082-FFE35B54B466}" srcOrd="0" destOrd="0" presId="urn:microsoft.com/office/officeart/2018/2/layout/IconVerticalSolidList"/>
    <dgm:cxn modelId="{877DACF6-ECC0-4040-AA9A-CD6081C32FDD}" srcId="{3C0EABB6-F8AC-4DA2-A4B5-A32914261CAD}" destId="{D2011C8B-5AC0-49E7-B896-4EA8F2F17656}" srcOrd="0" destOrd="0" parTransId="{6B4BB09D-B426-4C77-82F3-D97E111239C8}" sibTransId="{CB22FA24-EA66-4DE8-8522-3D7E84A22050}"/>
    <dgm:cxn modelId="{7D273204-5844-4BE2-8B09-3AB5D8DAE6D3}" type="presParOf" srcId="{0061BD46-26BB-4CB8-B02D-D707C8BE35EC}" destId="{7B5CB8A4-0039-4D7D-B29D-DEB7B40DF831}" srcOrd="0" destOrd="0" presId="urn:microsoft.com/office/officeart/2018/2/layout/IconVerticalSolidList"/>
    <dgm:cxn modelId="{E144255A-6EF1-41CE-BFCF-89D074C300D9}" type="presParOf" srcId="{7B5CB8A4-0039-4D7D-B29D-DEB7B40DF831}" destId="{0D49D155-D90B-48C7-8B8B-A468AF4F832B}" srcOrd="0" destOrd="0" presId="urn:microsoft.com/office/officeart/2018/2/layout/IconVerticalSolidList"/>
    <dgm:cxn modelId="{1D4B7C61-6308-4EA8-8F00-F596C18B7F35}" type="presParOf" srcId="{7B5CB8A4-0039-4D7D-B29D-DEB7B40DF831}" destId="{BB9A0134-1A63-4BE3-BDAB-1E1AD679084A}" srcOrd="1" destOrd="0" presId="urn:microsoft.com/office/officeart/2018/2/layout/IconVerticalSolidList"/>
    <dgm:cxn modelId="{2B598686-6306-4855-A9B5-DDF2D1AF3355}" type="presParOf" srcId="{7B5CB8A4-0039-4D7D-B29D-DEB7B40DF831}" destId="{CD8757EC-445B-40E7-9A12-326E6A75C587}" srcOrd="2" destOrd="0" presId="urn:microsoft.com/office/officeart/2018/2/layout/IconVerticalSolidList"/>
    <dgm:cxn modelId="{08DD3299-8315-408B-9DBC-B99892710213}" type="presParOf" srcId="{7B5CB8A4-0039-4D7D-B29D-DEB7B40DF831}" destId="{72953186-ECE3-47FF-B56F-9C64B4A18B9D}" srcOrd="3" destOrd="0" presId="urn:microsoft.com/office/officeart/2018/2/layout/IconVerticalSolidList"/>
    <dgm:cxn modelId="{C77F746C-E27D-4D6A-B0E4-856B421160C3}" type="presParOf" srcId="{0061BD46-26BB-4CB8-B02D-D707C8BE35EC}" destId="{12359F12-DAA6-4083-A119-81212E30FA8C}" srcOrd="1" destOrd="0" presId="urn:microsoft.com/office/officeart/2018/2/layout/IconVerticalSolidList"/>
    <dgm:cxn modelId="{06CE99EE-8CFB-4EC9-9C05-6D47EA1D9542}" type="presParOf" srcId="{0061BD46-26BB-4CB8-B02D-D707C8BE35EC}" destId="{F378772F-53BC-4CE4-9B58-419ACF56EFDC}" srcOrd="2" destOrd="0" presId="urn:microsoft.com/office/officeart/2018/2/layout/IconVerticalSolidList"/>
    <dgm:cxn modelId="{026AAD76-A4D7-4A3B-B738-7D8256897125}" type="presParOf" srcId="{F378772F-53BC-4CE4-9B58-419ACF56EFDC}" destId="{7465363B-0BAB-40A9-9767-30165905CED5}" srcOrd="0" destOrd="0" presId="urn:microsoft.com/office/officeart/2018/2/layout/IconVerticalSolidList"/>
    <dgm:cxn modelId="{D81CA2B3-B82B-40EB-87DC-22028A1CB284}" type="presParOf" srcId="{F378772F-53BC-4CE4-9B58-419ACF56EFDC}" destId="{17B9C377-D3BE-49FA-B66F-3A80CE797890}" srcOrd="1" destOrd="0" presId="urn:microsoft.com/office/officeart/2018/2/layout/IconVerticalSolidList"/>
    <dgm:cxn modelId="{E2546ADF-2F2A-4235-8001-30E2AACEC9C7}" type="presParOf" srcId="{F378772F-53BC-4CE4-9B58-419ACF56EFDC}" destId="{C725AEA0-898A-4326-B82E-96CBCA91BBAD}" srcOrd="2" destOrd="0" presId="urn:microsoft.com/office/officeart/2018/2/layout/IconVerticalSolidList"/>
    <dgm:cxn modelId="{939D35B7-74D6-4A8A-983A-3C471426D8C6}" type="presParOf" srcId="{F378772F-53BC-4CE4-9B58-419ACF56EFDC}" destId="{41BEE7FB-C75F-4AD8-A082-FFE35B54B46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9BCCF02-4671-4E41-BA47-03BB7221A3BE}" type="doc">
      <dgm:prSet loTypeId="urn:microsoft.com/office/officeart/2005/8/layout/process4" loCatId="process" qsTypeId="urn:microsoft.com/office/officeart/2005/8/quickstyle/simple2" qsCatId="simple" csTypeId="urn:microsoft.com/office/officeart/2005/8/colors/accent1_2" csCatId="accent1" phldr="1"/>
      <dgm:spPr/>
      <dgm:t>
        <a:bodyPr/>
        <a:lstStyle/>
        <a:p>
          <a:endParaRPr lang="en-US"/>
        </a:p>
      </dgm:t>
    </dgm:pt>
    <dgm:pt modelId="{49FD8522-071B-4C49-B275-254552BD28BC}">
      <dgm:prSet/>
      <dgm:spPr/>
      <dgm:t>
        <a:bodyPr/>
        <a:lstStyle/>
        <a:p>
          <a:r>
            <a:rPr lang="en-US"/>
            <a:t>AI Act: different rules for different risk levels</a:t>
          </a:r>
        </a:p>
      </dgm:t>
    </dgm:pt>
    <dgm:pt modelId="{48FB3CE9-2D5A-48E0-A5CC-06E4C817CEE0}" type="parTrans" cxnId="{674680D9-E0FE-44A1-9102-309A4245528F}">
      <dgm:prSet/>
      <dgm:spPr/>
      <dgm:t>
        <a:bodyPr/>
        <a:lstStyle/>
        <a:p>
          <a:endParaRPr lang="en-US"/>
        </a:p>
      </dgm:t>
    </dgm:pt>
    <dgm:pt modelId="{15275689-6FE9-40B2-AFBC-095A9DECD331}" type="sibTrans" cxnId="{674680D9-E0FE-44A1-9102-309A4245528F}">
      <dgm:prSet/>
      <dgm:spPr/>
      <dgm:t>
        <a:bodyPr/>
        <a:lstStyle/>
        <a:p>
          <a:endParaRPr lang="en-US"/>
        </a:p>
      </dgm:t>
    </dgm:pt>
    <dgm:pt modelId="{70A7913A-1E51-413A-A3C0-6D4C4A92F7B9}">
      <dgm:prSet/>
      <dgm:spPr/>
      <dgm:t>
        <a:bodyPr/>
        <a:lstStyle/>
        <a:p>
          <a:r>
            <a:rPr lang="en-US"/>
            <a:t>The new rules establish obligations for providers and users depending on the level of risk from artificial intelligence. While many AI systems pose minimal risk, they need to be assessed.</a:t>
          </a:r>
        </a:p>
      </dgm:t>
    </dgm:pt>
    <dgm:pt modelId="{542EAF2F-B29A-48F4-8F3E-400F1749025C}" type="parTrans" cxnId="{16A530C0-AE71-4482-B819-DB2EC29CE638}">
      <dgm:prSet/>
      <dgm:spPr/>
      <dgm:t>
        <a:bodyPr/>
        <a:lstStyle/>
        <a:p>
          <a:endParaRPr lang="en-US"/>
        </a:p>
      </dgm:t>
    </dgm:pt>
    <dgm:pt modelId="{40E439EC-B8F3-4960-A2F5-210A70759AC2}" type="sibTrans" cxnId="{16A530C0-AE71-4482-B819-DB2EC29CE638}">
      <dgm:prSet/>
      <dgm:spPr/>
      <dgm:t>
        <a:bodyPr/>
        <a:lstStyle/>
        <a:p>
          <a:endParaRPr lang="en-US"/>
        </a:p>
      </dgm:t>
    </dgm:pt>
    <dgm:pt modelId="{556E57EE-5A77-4578-B00F-CE3D53F5BDD8}">
      <dgm:prSet/>
      <dgm:spPr/>
      <dgm:t>
        <a:bodyPr/>
        <a:lstStyle/>
        <a:p>
          <a:r>
            <a:rPr lang="en-US" dirty="0"/>
            <a:t>Unacceptable risk AI systems are systems considered a threat to people and will be banned. They include:</a:t>
          </a:r>
        </a:p>
      </dgm:t>
    </dgm:pt>
    <dgm:pt modelId="{CBFF9449-209F-4A6F-BAE7-DD514D7BB388}" type="parTrans" cxnId="{3E5620C5-7EBE-48F7-9C08-41C3F37545F2}">
      <dgm:prSet/>
      <dgm:spPr/>
      <dgm:t>
        <a:bodyPr/>
        <a:lstStyle/>
        <a:p>
          <a:endParaRPr lang="en-US"/>
        </a:p>
      </dgm:t>
    </dgm:pt>
    <dgm:pt modelId="{EB45DE20-3BFE-4B09-A6FB-5EE32C263E2B}" type="sibTrans" cxnId="{3E5620C5-7EBE-48F7-9C08-41C3F37545F2}">
      <dgm:prSet/>
      <dgm:spPr/>
      <dgm:t>
        <a:bodyPr/>
        <a:lstStyle/>
        <a:p>
          <a:endParaRPr lang="en-US"/>
        </a:p>
      </dgm:t>
    </dgm:pt>
    <dgm:pt modelId="{C77462C8-98CA-4680-B4F7-072E27FB69EE}">
      <dgm:prSet/>
      <dgm:spPr/>
      <dgm:t>
        <a:bodyPr/>
        <a:lstStyle/>
        <a:p>
          <a:r>
            <a:rPr lang="en-US"/>
            <a:t>Cognitive behavioural manipulation of people or specific vulnerable groups: for example voice-activated toys that encourage dangerous behaviour in children</a:t>
          </a:r>
        </a:p>
      </dgm:t>
    </dgm:pt>
    <dgm:pt modelId="{6C102008-F955-44D0-BFAD-E01E59BB9C14}" type="parTrans" cxnId="{E8656EA6-FE7E-4322-9F18-F346134ADC35}">
      <dgm:prSet/>
      <dgm:spPr/>
      <dgm:t>
        <a:bodyPr/>
        <a:lstStyle/>
        <a:p>
          <a:endParaRPr lang="en-US"/>
        </a:p>
      </dgm:t>
    </dgm:pt>
    <dgm:pt modelId="{DFBAAD40-00A1-4CA5-8C20-A66B26C3694C}" type="sibTrans" cxnId="{E8656EA6-FE7E-4322-9F18-F346134ADC35}">
      <dgm:prSet/>
      <dgm:spPr/>
      <dgm:t>
        <a:bodyPr/>
        <a:lstStyle/>
        <a:p>
          <a:endParaRPr lang="en-US"/>
        </a:p>
      </dgm:t>
    </dgm:pt>
    <dgm:pt modelId="{079ED926-F15C-4838-9665-DF8FF7D641E6}">
      <dgm:prSet/>
      <dgm:spPr/>
      <dgm:t>
        <a:bodyPr/>
        <a:lstStyle/>
        <a:p>
          <a:r>
            <a:rPr lang="en-US"/>
            <a:t>Social scoring: classifying people based on behaviour, socio-economic status or personal characteristics</a:t>
          </a:r>
        </a:p>
      </dgm:t>
    </dgm:pt>
    <dgm:pt modelId="{CAD19C05-EF74-4C11-A3E5-C0AAE6CED3FD}" type="parTrans" cxnId="{89CF177F-22C6-444C-ABD5-CE684A3A4413}">
      <dgm:prSet/>
      <dgm:spPr/>
      <dgm:t>
        <a:bodyPr/>
        <a:lstStyle/>
        <a:p>
          <a:endParaRPr lang="en-US"/>
        </a:p>
      </dgm:t>
    </dgm:pt>
    <dgm:pt modelId="{5BCB7448-43B5-48DE-8430-BCBD31341298}" type="sibTrans" cxnId="{89CF177F-22C6-444C-ABD5-CE684A3A4413}">
      <dgm:prSet/>
      <dgm:spPr/>
      <dgm:t>
        <a:bodyPr/>
        <a:lstStyle/>
        <a:p>
          <a:endParaRPr lang="en-US"/>
        </a:p>
      </dgm:t>
    </dgm:pt>
    <dgm:pt modelId="{E8A8E1CD-3B5B-4D7B-83ED-A5FF537F8BBB}">
      <dgm:prSet/>
      <dgm:spPr/>
      <dgm:t>
        <a:bodyPr/>
        <a:lstStyle/>
        <a:p>
          <a:r>
            <a:rPr lang="en-US"/>
            <a:t>Biometric identification and categorisation of people</a:t>
          </a:r>
        </a:p>
      </dgm:t>
    </dgm:pt>
    <dgm:pt modelId="{17B2DDDC-4932-418B-AAFE-C26B50D3C1B6}" type="parTrans" cxnId="{0AEC77C0-C3DF-4BBB-8770-43D7C14ABC67}">
      <dgm:prSet/>
      <dgm:spPr/>
      <dgm:t>
        <a:bodyPr/>
        <a:lstStyle/>
        <a:p>
          <a:endParaRPr lang="en-US"/>
        </a:p>
      </dgm:t>
    </dgm:pt>
    <dgm:pt modelId="{C6305A1B-8770-4407-AA7D-84013E884D3F}" type="sibTrans" cxnId="{0AEC77C0-C3DF-4BBB-8770-43D7C14ABC67}">
      <dgm:prSet/>
      <dgm:spPr/>
      <dgm:t>
        <a:bodyPr/>
        <a:lstStyle/>
        <a:p>
          <a:endParaRPr lang="en-US"/>
        </a:p>
      </dgm:t>
    </dgm:pt>
    <dgm:pt modelId="{A5952AB0-49C1-439D-A784-44D5AD841E49}">
      <dgm:prSet/>
      <dgm:spPr/>
      <dgm:t>
        <a:bodyPr/>
        <a:lstStyle/>
        <a:p>
          <a:r>
            <a:rPr lang="en-US"/>
            <a:t>Real-time and remote biometric identification systems, such as facial recognition</a:t>
          </a:r>
        </a:p>
      </dgm:t>
    </dgm:pt>
    <dgm:pt modelId="{8469417D-C21D-4C64-B8EC-535A5817861C}" type="parTrans" cxnId="{555FCDA8-512E-4A87-8E12-00C7A39779B5}">
      <dgm:prSet/>
      <dgm:spPr/>
      <dgm:t>
        <a:bodyPr/>
        <a:lstStyle/>
        <a:p>
          <a:endParaRPr lang="en-US"/>
        </a:p>
      </dgm:t>
    </dgm:pt>
    <dgm:pt modelId="{95051C1E-6DB2-4C2E-972E-654BEAC09827}" type="sibTrans" cxnId="{555FCDA8-512E-4A87-8E12-00C7A39779B5}">
      <dgm:prSet/>
      <dgm:spPr/>
      <dgm:t>
        <a:bodyPr/>
        <a:lstStyle/>
        <a:p>
          <a:endParaRPr lang="en-US"/>
        </a:p>
      </dgm:t>
    </dgm:pt>
    <dgm:pt modelId="{8ED68C02-FC63-4395-A010-50B595E294E9}" type="pres">
      <dgm:prSet presAssocID="{59BCCF02-4671-4E41-BA47-03BB7221A3BE}" presName="Name0" presStyleCnt="0">
        <dgm:presLayoutVars>
          <dgm:dir/>
          <dgm:animLvl val="lvl"/>
          <dgm:resizeHandles val="exact"/>
        </dgm:presLayoutVars>
      </dgm:prSet>
      <dgm:spPr/>
    </dgm:pt>
    <dgm:pt modelId="{D9A3CE79-2D9C-43AA-A9A8-4B3CD6720ABF}" type="pres">
      <dgm:prSet presAssocID="{556E57EE-5A77-4578-B00F-CE3D53F5BDD8}" presName="boxAndChildren" presStyleCnt="0"/>
      <dgm:spPr/>
    </dgm:pt>
    <dgm:pt modelId="{6B1D6255-8271-49A6-BB32-E7BB937AE103}" type="pres">
      <dgm:prSet presAssocID="{556E57EE-5A77-4578-B00F-CE3D53F5BDD8}" presName="parentTextBox" presStyleLbl="node1" presStyleIdx="0" presStyleCnt="3"/>
      <dgm:spPr/>
    </dgm:pt>
    <dgm:pt modelId="{5BAB85C1-27F8-4E14-87CD-3930AD4ED569}" type="pres">
      <dgm:prSet presAssocID="{556E57EE-5A77-4578-B00F-CE3D53F5BDD8}" presName="entireBox" presStyleLbl="node1" presStyleIdx="0" presStyleCnt="3"/>
      <dgm:spPr/>
    </dgm:pt>
    <dgm:pt modelId="{42AA9C47-B60C-4EF6-AE05-1977298178CA}" type="pres">
      <dgm:prSet presAssocID="{556E57EE-5A77-4578-B00F-CE3D53F5BDD8}" presName="descendantBox" presStyleCnt="0"/>
      <dgm:spPr/>
    </dgm:pt>
    <dgm:pt modelId="{944B7C3B-2996-4B5F-991E-F47980DE7B34}" type="pres">
      <dgm:prSet presAssocID="{C77462C8-98CA-4680-B4F7-072E27FB69EE}" presName="childTextBox" presStyleLbl="fgAccFollowNode1" presStyleIdx="0" presStyleCnt="4">
        <dgm:presLayoutVars>
          <dgm:bulletEnabled val="1"/>
        </dgm:presLayoutVars>
      </dgm:prSet>
      <dgm:spPr/>
    </dgm:pt>
    <dgm:pt modelId="{38309B6C-6CC2-4444-96FF-F5278075560A}" type="pres">
      <dgm:prSet presAssocID="{079ED926-F15C-4838-9665-DF8FF7D641E6}" presName="childTextBox" presStyleLbl="fgAccFollowNode1" presStyleIdx="1" presStyleCnt="4">
        <dgm:presLayoutVars>
          <dgm:bulletEnabled val="1"/>
        </dgm:presLayoutVars>
      </dgm:prSet>
      <dgm:spPr/>
    </dgm:pt>
    <dgm:pt modelId="{597A3B2F-53C4-4686-B53F-EDD7F37CBED8}" type="pres">
      <dgm:prSet presAssocID="{E8A8E1CD-3B5B-4D7B-83ED-A5FF537F8BBB}" presName="childTextBox" presStyleLbl="fgAccFollowNode1" presStyleIdx="2" presStyleCnt="4">
        <dgm:presLayoutVars>
          <dgm:bulletEnabled val="1"/>
        </dgm:presLayoutVars>
      </dgm:prSet>
      <dgm:spPr/>
    </dgm:pt>
    <dgm:pt modelId="{FF8D634B-7ACE-435A-AB19-11C9A319C1A0}" type="pres">
      <dgm:prSet presAssocID="{A5952AB0-49C1-439D-A784-44D5AD841E49}" presName="childTextBox" presStyleLbl="fgAccFollowNode1" presStyleIdx="3" presStyleCnt="4">
        <dgm:presLayoutVars>
          <dgm:bulletEnabled val="1"/>
        </dgm:presLayoutVars>
      </dgm:prSet>
      <dgm:spPr/>
    </dgm:pt>
    <dgm:pt modelId="{19B2122A-EC6E-4BCE-B679-4C52070366BC}" type="pres">
      <dgm:prSet presAssocID="{40E439EC-B8F3-4960-A2F5-210A70759AC2}" presName="sp" presStyleCnt="0"/>
      <dgm:spPr/>
    </dgm:pt>
    <dgm:pt modelId="{EE586AB3-716C-4D36-BE47-5D405B501E0E}" type="pres">
      <dgm:prSet presAssocID="{70A7913A-1E51-413A-A3C0-6D4C4A92F7B9}" presName="arrowAndChildren" presStyleCnt="0"/>
      <dgm:spPr/>
    </dgm:pt>
    <dgm:pt modelId="{041C3B1D-8751-4538-9EAF-C5AD3A5CE7A3}" type="pres">
      <dgm:prSet presAssocID="{70A7913A-1E51-413A-A3C0-6D4C4A92F7B9}" presName="parentTextArrow" presStyleLbl="node1" presStyleIdx="1" presStyleCnt="3" custScaleY="31592"/>
      <dgm:spPr/>
    </dgm:pt>
    <dgm:pt modelId="{47998EAC-7294-4E7E-AB75-3569911BC32A}" type="pres">
      <dgm:prSet presAssocID="{15275689-6FE9-40B2-AFBC-095A9DECD331}" presName="sp" presStyleCnt="0"/>
      <dgm:spPr/>
    </dgm:pt>
    <dgm:pt modelId="{10B70AA9-8014-4A5B-A19C-26E9A2253D93}" type="pres">
      <dgm:prSet presAssocID="{49FD8522-071B-4C49-B275-254552BD28BC}" presName="arrowAndChildren" presStyleCnt="0"/>
      <dgm:spPr/>
    </dgm:pt>
    <dgm:pt modelId="{D2768864-4702-40B3-B387-F4704D5DDD80}" type="pres">
      <dgm:prSet presAssocID="{49FD8522-071B-4C49-B275-254552BD28BC}" presName="parentTextArrow" presStyleLbl="node1" presStyleIdx="2" presStyleCnt="3" custScaleY="29052"/>
      <dgm:spPr/>
    </dgm:pt>
  </dgm:ptLst>
  <dgm:cxnLst>
    <dgm:cxn modelId="{CF9F3734-867D-4090-88E1-D03B33786F31}" type="presOf" srcId="{C77462C8-98CA-4680-B4F7-072E27FB69EE}" destId="{944B7C3B-2996-4B5F-991E-F47980DE7B34}" srcOrd="0" destOrd="0" presId="urn:microsoft.com/office/officeart/2005/8/layout/process4"/>
    <dgm:cxn modelId="{A295D33B-5362-487B-8BCC-F9BA192FE071}" type="presOf" srcId="{59BCCF02-4671-4E41-BA47-03BB7221A3BE}" destId="{8ED68C02-FC63-4395-A010-50B595E294E9}" srcOrd="0" destOrd="0" presId="urn:microsoft.com/office/officeart/2005/8/layout/process4"/>
    <dgm:cxn modelId="{2C7CE060-E881-4D06-A8F7-82115FE8C182}" type="presOf" srcId="{079ED926-F15C-4838-9665-DF8FF7D641E6}" destId="{38309B6C-6CC2-4444-96FF-F5278075560A}" srcOrd="0" destOrd="0" presId="urn:microsoft.com/office/officeart/2005/8/layout/process4"/>
    <dgm:cxn modelId="{A66EEA60-B850-4BAE-8CE6-FB224ACC2208}" type="presOf" srcId="{556E57EE-5A77-4578-B00F-CE3D53F5BDD8}" destId="{6B1D6255-8271-49A6-BB32-E7BB937AE103}" srcOrd="0" destOrd="0" presId="urn:microsoft.com/office/officeart/2005/8/layout/process4"/>
    <dgm:cxn modelId="{89CF177F-22C6-444C-ABD5-CE684A3A4413}" srcId="{556E57EE-5A77-4578-B00F-CE3D53F5BDD8}" destId="{079ED926-F15C-4838-9665-DF8FF7D641E6}" srcOrd="1" destOrd="0" parTransId="{CAD19C05-EF74-4C11-A3E5-C0AAE6CED3FD}" sibTransId="{5BCB7448-43B5-48DE-8430-BCBD31341298}"/>
    <dgm:cxn modelId="{1A562696-9981-477E-AEE6-4051C0171058}" type="presOf" srcId="{A5952AB0-49C1-439D-A784-44D5AD841E49}" destId="{FF8D634B-7ACE-435A-AB19-11C9A319C1A0}" srcOrd="0" destOrd="0" presId="urn:microsoft.com/office/officeart/2005/8/layout/process4"/>
    <dgm:cxn modelId="{E8656EA6-FE7E-4322-9F18-F346134ADC35}" srcId="{556E57EE-5A77-4578-B00F-CE3D53F5BDD8}" destId="{C77462C8-98CA-4680-B4F7-072E27FB69EE}" srcOrd="0" destOrd="0" parTransId="{6C102008-F955-44D0-BFAD-E01E59BB9C14}" sibTransId="{DFBAAD40-00A1-4CA5-8C20-A66B26C3694C}"/>
    <dgm:cxn modelId="{555FCDA8-512E-4A87-8E12-00C7A39779B5}" srcId="{556E57EE-5A77-4578-B00F-CE3D53F5BDD8}" destId="{A5952AB0-49C1-439D-A784-44D5AD841E49}" srcOrd="3" destOrd="0" parTransId="{8469417D-C21D-4C64-B8EC-535A5817861C}" sibTransId="{95051C1E-6DB2-4C2E-972E-654BEAC09827}"/>
    <dgm:cxn modelId="{CA2B06AC-F5DB-49E1-9EE5-4071196FEECF}" type="presOf" srcId="{556E57EE-5A77-4578-B00F-CE3D53F5BDD8}" destId="{5BAB85C1-27F8-4E14-87CD-3930AD4ED569}" srcOrd="1" destOrd="0" presId="urn:microsoft.com/office/officeart/2005/8/layout/process4"/>
    <dgm:cxn modelId="{16A530C0-AE71-4482-B819-DB2EC29CE638}" srcId="{59BCCF02-4671-4E41-BA47-03BB7221A3BE}" destId="{70A7913A-1E51-413A-A3C0-6D4C4A92F7B9}" srcOrd="1" destOrd="0" parTransId="{542EAF2F-B29A-48F4-8F3E-400F1749025C}" sibTransId="{40E439EC-B8F3-4960-A2F5-210A70759AC2}"/>
    <dgm:cxn modelId="{0AEC77C0-C3DF-4BBB-8770-43D7C14ABC67}" srcId="{556E57EE-5A77-4578-B00F-CE3D53F5BDD8}" destId="{E8A8E1CD-3B5B-4D7B-83ED-A5FF537F8BBB}" srcOrd="2" destOrd="0" parTransId="{17B2DDDC-4932-418B-AAFE-C26B50D3C1B6}" sibTransId="{C6305A1B-8770-4407-AA7D-84013E884D3F}"/>
    <dgm:cxn modelId="{3E5620C5-7EBE-48F7-9C08-41C3F37545F2}" srcId="{59BCCF02-4671-4E41-BA47-03BB7221A3BE}" destId="{556E57EE-5A77-4578-B00F-CE3D53F5BDD8}" srcOrd="2" destOrd="0" parTransId="{CBFF9449-209F-4A6F-BAE7-DD514D7BB388}" sibTransId="{EB45DE20-3BFE-4B09-A6FB-5EE32C263E2B}"/>
    <dgm:cxn modelId="{9BBDC5CF-8983-4334-BECF-4987F716C0E6}" type="presOf" srcId="{49FD8522-071B-4C49-B275-254552BD28BC}" destId="{D2768864-4702-40B3-B387-F4704D5DDD80}" srcOrd="0" destOrd="0" presId="urn:microsoft.com/office/officeart/2005/8/layout/process4"/>
    <dgm:cxn modelId="{19E0C6D7-7C60-4C10-B540-D4CCE11BC41B}" type="presOf" srcId="{70A7913A-1E51-413A-A3C0-6D4C4A92F7B9}" destId="{041C3B1D-8751-4538-9EAF-C5AD3A5CE7A3}" srcOrd="0" destOrd="0" presId="urn:microsoft.com/office/officeart/2005/8/layout/process4"/>
    <dgm:cxn modelId="{674680D9-E0FE-44A1-9102-309A4245528F}" srcId="{59BCCF02-4671-4E41-BA47-03BB7221A3BE}" destId="{49FD8522-071B-4C49-B275-254552BD28BC}" srcOrd="0" destOrd="0" parTransId="{48FB3CE9-2D5A-48E0-A5CC-06E4C817CEE0}" sibTransId="{15275689-6FE9-40B2-AFBC-095A9DECD331}"/>
    <dgm:cxn modelId="{5B0CB2FF-B586-4F0F-9F80-53F6B36D26F7}" type="presOf" srcId="{E8A8E1CD-3B5B-4D7B-83ED-A5FF537F8BBB}" destId="{597A3B2F-53C4-4686-B53F-EDD7F37CBED8}" srcOrd="0" destOrd="0" presId="urn:microsoft.com/office/officeart/2005/8/layout/process4"/>
    <dgm:cxn modelId="{574A6BA5-03FE-4071-B164-43D3B29E2C29}" type="presParOf" srcId="{8ED68C02-FC63-4395-A010-50B595E294E9}" destId="{D9A3CE79-2D9C-43AA-A9A8-4B3CD6720ABF}" srcOrd="0" destOrd="0" presId="urn:microsoft.com/office/officeart/2005/8/layout/process4"/>
    <dgm:cxn modelId="{D1909612-6F4A-4B57-BAAA-43E02C26D4DF}" type="presParOf" srcId="{D9A3CE79-2D9C-43AA-A9A8-4B3CD6720ABF}" destId="{6B1D6255-8271-49A6-BB32-E7BB937AE103}" srcOrd="0" destOrd="0" presId="urn:microsoft.com/office/officeart/2005/8/layout/process4"/>
    <dgm:cxn modelId="{A37371B5-F1C9-4AF3-95F9-DFDD0A59D03E}" type="presParOf" srcId="{D9A3CE79-2D9C-43AA-A9A8-4B3CD6720ABF}" destId="{5BAB85C1-27F8-4E14-87CD-3930AD4ED569}" srcOrd="1" destOrd="0" presId="urn:microsoft.com/office/officeart/2005/8/layout/process4"/>
    <dgm:cxn modelId="{8269FB0F-F2D4-4B92-870F-BB7E481F92B4}" type="presParOf" srcId="{D9A3CE79-2D9C-43AA-A9A8-4B3CD6720ABF}" destId="{42AA9C47-B60C-4EF6-AE05-1977298178CA}" srcOrd="2" destOrd="0" presId="urn:microsoft.com/office/officeart/2005/8/layout/process4"/>
    <dgm:cxn modelId="{BD5D576F-D684-413E-8CFB-23A0F8DCDAB5}" type="presParOf" srcId="{42AA9C47-B60C-4EF6-AE05-1977298178CA}" destId="{944B7C3B-2996-4B5F-991E-F47980DE7B34}" srcOrd="0" destOrd="0" presId="urn:microsoft.com/office/officeart/2005/8/layout/process4"/>
    <dgm:cxn modelId="{525313E6-1CB5-40F2-A0CC-456FFA20D6EA}" type="presParOf" srcId="{42AA9C47-B60C-4EF6-AE05-1977298178CA}" destId="{38309B6C-6CC2-4444-96FF-F5278075560A}" srcOrd="1" destOrd="0" presId="urn:microsoft.com/office/officeart/2005/8/layout/process4"/>
    <dgm:cxn modelId="{0B62784A-F674-4388-880F-1CF5A692D75B}" type="presParOf" srcId="{42AA9C47-B60C-4EF6-AE05-1977298178CA}" destId="{597A3B2F-53C4-4686-B53F-EDD7F37CBED8}" srcOrd="2" destOrd="0" presId="urn:microsoft.com/office/officeart/2005/8/layout/process4"/>
    <dgm:cxn modelId="{CD540901-33FE-4E9C-98A6-1EEDFF4F4E06}" type="presParOf" srcId="{42AA9C47-B60C-4EF6-AE05-1977298178CA}" destId="{FF8D634B-7ACE-435A-AB19-11C9A319C1A0}" srcOrd="3" destOrd="0" presId="urn:microsoft.com/office/officeart/2005/8/layout/process4"/>
    <dgm:cxn modelId="{7DBF1F1E-0B9A-40E8-A414-4F07ABA93424}" type="presParOf" srcId="{8ED68C02-FC63-4395-A010-50B595E294E9}" destId="{19B2122A-EC6E-4BCE-B679-4C52070366BC}" srcOrd="1" destOrd="0" presId="urn:microsoft.com/office/officeart/2005/8/layout/process4"/>
    <dgm:cxn modelId="{C58C2D25-603C-4570-A9AD-5E451B7C7DD5}" type="presParOf" srcId="{8ED68C02-FC63-4395-A010-50B595E294E9}" destId="{EE586AB3-716C-4D36-BE47-5D405B501E0E}" srcOrd="2" destOrd="0" presId="urn:microsoft.com/office/officeart/2005/8/layout/process4"/>
    <dgm:cxn modelId="{46C2404A-3437-4BB3-A464-252CDEE2BF3D}" type="presParOf" srcId="{EE586AB3-716C-4D36-BE47-5D405B501E0E}" destId="{041C3B1D-8751-4538-9EAF-C5AD3A5CE7A3}" srcOrd="0" destOrd="0" presId="urn:microsoft.com/office/officeart/2005/8/layout/process4"/>
    <dgm:cxn modelId="{205813B2-E1C3-4264-8B5E-F2EEA2396B86}" type="presParOf" srcId="{8ED68C02-FC63-4395-A010-50B595E294E9}" destId="{47998EAC-7294-4E7E-AB75-3569911BC32A}" srcOrd="3" destOrd="0" presId="urn:microsoft.com/office/officeart/2005/8/layout/process4"/>
    <dgm:cxn modelId="{1A40E5F4-E044-4B8C-B2E1-CFE533942E75}" type="presParOf" srcId="{8ED68C02-FC63-4395-A010-50B595E294E9}" destId="{10B70AA9-8014-4A5B-A19C-26E9A2253D93}" srcOrd="4" destOrd="0" presId="urn:microsoft.com/office/officeart/2005/8/layout/process4"/>
    <dgm:cxn modelId="{F1769D58-1024-4C2B-BAF5-A159C78C0329}" type="presParOf" srcId="{10B70AA9-8014-4A5B-A19C-26E9A2253D93}" destId="{D2768864-4702-40B3-B387-F4704D5DDD80}"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41D431-5555-4616-8D7D-FF08D78A6EB3}">
      <dsp:nvSpPr>
        <dsp:cNvPr id="0" name=""/>
        <dsp:cNvSpPr/>
      </dsp:nvSpPr>
      <dsp:spPr>
        <a:xfrm>
          <a:off x="0" y="2124"/>
          <a:ext cx="105156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EF288216-C36B-4748-B017-A3F6B437F4CD}">
      <dsp:nvSpPr>
        <dsp:cNvPr id="0" name=""/>
        <dsp:cNvSpPr/>
      </dsp:nvSpPr>
      <dsp:spPr>
        <a:xfrm>
          <a:off x="0" y="2124"/>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IE" sz="3400" kern="1200"/>
            <a:t>What is GDPR?</a:t>
          </a:r>
          <a:endParaRPr lang="en-US" sz="3400" kern="1200"/>
        </a:p>
      </dsp:txBody>
      <dsp:txXfrm>
        <a:off x="0" y="2124"/>
        <a:ext cx="10515600" cy="1449029"/>
      </dsp:txXfrm>
    </dsp:sp>
    <dsp:sp modelId="{FAF8C2B9-E7FD-4DA7-B8C9-C12E1F10E986}">
      <dsp:nvSpPr>
        <dsp:cNvPr id="0" name=""/>
        <dsp:cNvSpPr/>
      </dsp:nvSpPr>
      <dsp:spPr>
        <a:xfrm>
          <a:off x="0" y="1451154"/>
          <a:ext cx="105156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B6178790-400B-4ACB-AE0A-37053D870C61}">
      <dsp:nvSpPr>
        <dsp:cNvPr id="0" name=""/>
        <dsp:cNvSpPr/>
      </dsp:nvSpPr>
      <dsp:spPr>
        <a:xfrm>
          <a:off x="0" y="1451154"/>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IE" sz="3400" kern="1200"/>
            <a:t>Why was GDPR introduced?</a:t>
          </a:r>
          <a:endParaRPr lang="en-US" sz="3400" kern="1200"/>
        </a:p>
      </dsp:txBody>
      <dsp:txXfrm>
        <a:off x="0" y="1451154"/>
        <a:ext cx="10515600" cy="1449029"/>
      </dsp:txXfrm>
    </dsp:sp>
    <dsp:sp modelId="{6014605D-221F-4898-B0D2-BC611AF75C30}">
      <dsp:nvSpPr>
        <dsp:cNvPr id="0" name=""/>
        <dsp:cNvSpPr/>
      </dsp:nvSpPr>
      <dsp:spPr>
        <a:xfrm>
          <a:off x="0" y="2900183"/>
          <a:ext cx="105156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6252B30D-ED51-4C9F-B195-2B9F07132754}">
      <dsp:nvSpPr>
        <dsp:cNvPr id="0" name=""/>
        <dsp:cNvSpPr/>
      </dsp:nvSpPr>
      <dsp:spPr>
        <a:xfrm>
          <a:off x="0" y="2900183"/>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IE" sz="3400" kern="1200"/>
            <a:t>Key principles of GDPR (lawfulness, fairness, transparency, purpose limitation, data minimisation, etc.).</a:t>
          </a:r>
          <a:endParaRPr lang="en-US" sz="3400" kern="1200"/>
        </a:p>
      </dsp:txBody>
      <dsp:txXfrm>
        <a:off x="0" y="2900183"/>
        <a:ext cx="10515600" cy="14490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1362FE-1642-4513-8BE6-CA17E1183798}">
      <dsp:nvSpPr>
        <dsp:cNvPr id="0" name=""/>
        <dsp:cNvSpPr/>
      </dsp:nvSpPr>
      <dsp:spPr>
        <a:xfrm>
          <a:off x="0" y="579"/>
          <a:ext cx="10515600" cy="13554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EF2DB9-AD3D-4D1E-B483-38E838C05315}">
      <dsp:nvSpPr>
        <dsp:cNvPr id="0" name=""/>
        <dsp:cNvSpPr/>
      </dsp:nvSpPr>
      <dsp:spPr>
        <a:xfrm>
          <a:off x="410021" y="305553"/>
          <a:ext cx="745492" cy="7454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9B34FD-09B6-43EF-B917-FC643DD63795}">
      <dsp:nvSpPr>
        <dsp:cNvPr id="0" name=""/>
        <dsp:cNvSpPr/>
      </dsp:nvSpPr>
      <dsp:spPr>
        <a:xfrm>
          <a:off x="1565535" y="579"/>
          <a:ext cx="8950064" cy="1355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451" tIns="143451" rIns="143451" bIns="143451" numCol="1" spcCol="1270" anchor="ctr" anchorCtr="0">
          <a:noAutofit/>
        </a:bodyPr>
        <a:lstStyle/>
        <a:p>
          <a:pPr marL="0" lvl="0" indent="0" algn="l" defTabSz="1111250">
            <a:lnSpc>
              <a:spcPct val="100000"/>
            </a:lnSpc>
            <a:spcBef>
              <a:spcPct val="0"/>
            </a:spcBef>
            <a:spcAft>
              <a:spcPct val="35000"/>
            </a:spcAft>
            <a:buNone/>
          </a:pPr>
          <a:r>
            <a:rPr lang="en-US" sz="2500" kern="1200" dirty="0"/>
            <a:t>Who does GDPR apply to? </a:t>
          </a:r>
        </a:p>
      </dsp:txBody>
      <dsp:txXfrm>
        <a:off x="1565535" y="579"/>
        <a:ext cx="8950064" cy="1355441"/>
      </dsp:txXfrm>
    </dsp:sp>
    <dsp:sp modelId="{FAE8FCCB-60F4-4E71-96C5-5D312AF8DDD8}">
      <dsp:nvSpPr>
        <dsp:cNvPr id="0" name=""/>
        <dsp:cNvSpPr/>
      </dsp:nvSpPr>
      <dsp:spPr>
        <a:xfrm>
          <a:off x="0" y="1694881"/>
          <a:ext cx="10515600" cy="13554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917E50-92DC-4B8C-B7B4-3100E0AC56D5}">
      <dsp:nvSpPr>
        <dsp:cNvPr id="0" name=""/>
        <dsp:cNvSpPr/>
      </dsp:nvSpPr>
      <dsp:spPr>
        <a:xfrm>
          <a:off x="410021" y="1999855"/>
          <a:ext cx="745492" cy="7454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D6F04E-255E-4577-94C7-9705F9D1DCBB}">
      <dsp:nvSpPr>
        <dsp:cNvPr id="0" name=""/>
        <dsp:cNvSpPr/>
      </dsp:nvSpPr>
      <dsp:spPr>
        <a:xfrm>
          <a:off x="1565535" y="1694881"/>
          <a:ext cx="8950064" cy="1355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451" tIns="143451" rIns="143451" bIns="143451" numCol="1" spcCol="1270" anchor="ctr" anchorCtr="0">
          <a:noAutofit/>
        </a:bodyPr>
        <a:lstStyle/>
        <a:p>
          <a:pPr marL="0" lvl="0" indent="0" algn="l" defTabSz="1111250">
            <a:lnSpc>
              <a:spcPct val="100000"/>
            </a:lnSpc>
            <a:spcBef>
              <a:spcPct val="0"/>
            </a:spcBef>
            <a:spcAft>
              <a:spcPct val="35000"/>
            </a:spcAft>
            <a:buNone/>
          </a:pPr>
          <a:r>
            <a:rPr lang="en-IE" sz="2500" kern="1200" dirty="0"/>
            <a:t>What types of data are protected under GDPR?</a:t>
          </a:r>
          <a:endParaRPr lang="en-US" sz="2500" kern="1200" dirty="0"/>
        </a:p>
      </dsp:txBody>
      <dsp:txXfrm>
        <a:off x="1565535" y="1694881"/>
        <a:ext cx="8950064" cy="1355441"/>
      </dsp:txXfrm>
    </dsp:sp>
    <dsp:sp modelId="{359F9A58-66A6-4B31-8CBD-BC2597484A8B}">
      <dsp:nvSpPr>
        <dsp:cNvPr id="0" name=""/>
        <dsp:cNvSpPr/>
      </dsp:nvSpPr>
      <dsp:spPr>
        <a:xfrm>
          <a:off x="0" y="3389183"/>
          <a:ext cx="10515600" cy="13554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1FE7A1-F177-4E5F-A417-1A1228E33569}">
      <dsp:nvSpPr>
        <dsp:cNvPr id="0" name=""/>
        <dsp:cNvSpPr/>
      </dsp:nvSpPr>
      <dsp:spPr>
        <a:xfrm>
          <a:off x="410021" y="3694157"/>
          <a:ext cx="745492" cy="74549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6FF86B-5CF8-45E4-8BA2-B5A71190C179}">
      <dsp:nvSpPr>
        <dsp:cNvPr id="0" name=""/>
        <dsp:cNvSpPr/>
      </dsp:nvSpPr>
      <dsp:spPr>
        <a:xfrm>
          <a:off x="1565535" y="3389183"/>
          <a:ext cx="8950064" cy="1355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451" tIns="143451" rIns="143451" bIns="143451" numCol="1" spcCol="1270" anchor="ctr" anchorCtr="0">
          <a:noAutofit/>
        </a:bodyPr>
        <a:lstStyle/>
        <a:p>
          <a:pPr marL="0" lvl="0" indent="0" algn="l" defTabSz="1111250">
            <a:lnSpc>
              <a:spcPct val="100000"/>
            </a:lnSpc>
            <a:spcBef>
              <a:spcPct val="0"/>
            </a:spcBef>
            <a:spcAft>
              <a:spcPct val="35000"/>
            </a:spcAft>
            <a:buNone/>
          </a:pPr>
          <a:r>
            <a:rPr lang="en-IE" sz="2500" kern="1200" dirty="0"/>
            <a:t>Territorial scope and extraterritoriality</a:t>
          </a:r>
          <a:endParaRPr lang="en-US" sz="2500" kern="1200" dirty="0"/>
        </a:p>
      </dsp:txBody>
      <dsp:txXfrm>
        <a:off x="1565535" y="3389183"/>
        <a:ext cx="8950064" cy="13554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A67974-922C-4C55-9C3F-151D4419C341}">
      <dsp:nvSpPr>
        <dsp:cNvPr id="0" name=""/>
        <dsp:cNvSpPr/>
      </dsp:nvSpPr>
      <dsp:spPr>
        <a:xfrm>
          <a:off x="1283" y="1240429"/>
          <a:ext cx="1617389" cy="226434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6098" tIns="330200" rIns="126098" bIns="330200" numCol="1" spcCol="1270" anchor="t" anchorCtr="0">
          <a:noAutofit/>
        </a:bodyPr>
        <a:lstStyle/>
        <a:p>
          <a:pPr marL="0" lvl="0" indent="0" algn="l" defTabSz="711200">
            <a:lnSpc>
              <a:spcPct val="90000"/>
            </a:lnSpc>
            <a:spcBef>
              <a:spcPct val="0"/>
            </a:spcBef>
            <a:spcAft>
              <a:spcPct val="35000"/>
            </a:spcAft>
            <a:buNone/>
          </a:pPr>
          <a:r>
            <a:rPr lang="en-IE" sz="1600" kern="1200"/>
            <a:t>Right to access</a:t>
          </a:r>
          <a:endParaRPr lang="en-US" sz="1600" kern="1200"/>
        </a:p>
      </dsp:txBody>
      <dsp:txXfrm>
        <a:off x="1283" y="2100880"/>
        <a:ext cx="1617389" cy="1358607"/>
      </dsp:txXfrm>
    </dsp:sp>
    <dsp:sp modelId="{EF4A7960-2E86-465A-B712-4C02B50FCC07}">
      <dsp:nvSpPr>
        <dsp:cNvPr id="0" name=""/>
        <dsp:cNvSpPr/>
      </dsp:nvSpPr>
      <dsp:spPr>
        <a:xfrm>
          <a:off x="470326" y="1466863"/>
          <a:ext cx="679303" cy="679303"/>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961" tIns="12700" rIns="52961" bIns="12700" numCol="1" spcCol="1270" anchor="ctr" anchorCtr="0">
          <a:noAutofit/>
        </a:bodyPr>
        <a:lstStyle/>
        <a:p>
          <a:pPr marL="0" lvl="0" indent="0" algn="ctr" defTabSz="1422400">
            <a:lnSpc>
              <a:spcPct val="90000"/>
            </a:lnSpc>
            <a:spcBef>
              <a:spcPct val="0"/>
            </a:spcBef>
            <a:spcAft>
              <a:spcPct val="35000"/>
            </a:spcAft>
            <a:buNone/>
          </a:pPr>
          <a:r>
            <a:rPr lang="en-US" sz="3200" kern="1200"/>
            <a:t>1</a:t>
          </a:r>
        </a:p>
      </dsp:txBody>
      <dsp:txXfrm>
        <a:off x="569808" y="1566345"/>
        <a:ext cx="480339" cy="480339"/>
      </dsp:txXfrm>
    </dsp:sp>
    <dsp:sp modelId="{0B23D59F-7177-441B-A24D-116ED25C2490}">
      <dsp:nvSpPr>
        <dsp:cNvPr id="0" name=""/>
        <dsp:cNvSpPr/>
      </dsp:nvSpPr>
      <dsp:spPr>
        <a:xfrm>
          <a:off x="1283" y="3504702"/>
          <a:ext cx="161738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4810EB-D5AB-45C7-90FF-8683BB6F17B8}">
      <dsp:nvSpPr>
        <dsp:cNvPr id="0" name=""/>
        <dsp:cNvSpPr/>
      </dsp:nvSpPr>
      <dsp:spPr>
        <a:xfrm>
          <a:off x="1780412" y="1240429"/>
          <a:ext cx="1617389" cy="226434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6098" tIns="330200" rIns="126098" bIns="330200" numCol="1" spcCol="1270" anchor="t" anchorCtr="0">
          <a:noAutofit/>
        </a:bodyPr>
        <a:lstStyle/>
        <a:p>
          <a:pPr marL="0" lvl="0" indent="0" algn="l" defTabSz="711200">
            <a:lnSpc>
              <a:spcPct val="90000"/>
            </a:lnSpc>
            <a:spcBef>
              <a:spcPct val="0"/>
            </a:spcBef>
            <a:spcAft>
              <a:spcPct val="35000"/>
            </a:spcAft>
            <a:buNone/>
          </a:pPr>
          <a:r>
            <a:rPr lang="en-IE" sz="1600" kern="1200"/>
            <a:t>Right to rectification</a:t>
          </a:r>
          <a:endParaRPr lang="en-US" sz="1600" kern="1200"/>
        </a:p>
      </dsp:txBody>
      <dsp:txXfrm>
        <a:off x="1780412" y="2100880"/>
        <a:ext cx="1617389" cy="1358607"/>
      </dsp:txXfrm>
    </dsp:sp>
    <dsp:sp modelId="{FBDDD755-83B2-42A2-97A5-749B2518CB15}">
      <dsp:nvSpPr>
        <dsp:cNvPr id="0" name=""/>
        <dsp:cNvSpPr/>
      </dsp:nvSpPr>
      <dsp:spPr>
        <a:xfrm>
          <a:off x="2249455" y="1466863"/>
          <a:ext cx="679303" cy="679303"/>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961" tIns="12700" rIns="52961" bIns="12700" numCol="1" spcCol="1270" anchor="ctr" anchorCtr="0">
          <a:noAutofit/>
        </a:bodyPr>
        <a:lstStyle/>
        <a:p>
          <a:pPr marL="0" lvl="0" indent="0" algn="ctr" defTabSz="1422400">
            <a:lnSpc>
              <a:spcPct val="90000"/>
            </a:lnSpc>
            <a:spcBef>
              <a:spcPct val="0"/>
            </a:spcBef>
            <a:spcAft>
              <a:spcPct val="35000"/>
            </a:spcAft>
            <a:buNone/>
          </a:pPr>
          <a:r>
            <a:rPr lang="en-US" sz="3200" kern="1200"/>
            <a:t>2</a:t>
          </a:r>
        </a:p>
      </dsp:txBody>
      <dsp:txXfrm>
        <a:off x="2348937" y="1566345"/>
        <a:ext cx="480339" cy="480339"/>
      </dsp:txXfrm>
    </dsp:sp>
    <dsp:sp modelId="{248A05E4-9860-4105-A54E-5AEF6C067F6B}">
      <dsp:nvSpPr>
        <dsp:cNvPr id="0" name=""/>
        <dsp:cNvSpPr/>
      </dsp:nvSpPr>
      <dsp:spPr>
        <a:xfrm>
          <a:off x="1780412" y="3504702"/>
          <a:ext cx="161738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04E5DB-92B9-4EEB-A8F8-2B5A6B0F23B6}">
      <dsp:nvSpPr>
        <dsp:cNvPr id="0" name=""/>
        <dsp:cNvSpPr/>
      </dsp:nvSpPr>
      <dsp:spPr>
        <a:xfrm>
          <a:off x="3559540" y="1240429"/>
          <a:ext cx="1617389" cy="226434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6098" tIns="330200" rIns="126098" bIns="330200" numCol="1" spcCol="1270" anchor="t" anchorCtr="0">
          <a:noAutofit/>
        </a:bodyPr>
        <a:lstStyle/>
        <a:p>
          <a:pPr marL="0" lvl="0" indent="0" algn="l" defTabSz="711200">
            <a:lnSpc>
              <a:spcPct val="90000"/>
            </a:lnSpc>
            <a:spcBef>
              <a:spcPct val="0"/>
            </a:spcBef>
            <a:spcAft>
              <a:spcPct val="35000"/>
            </a:spcAft>
            <a:buNone/>
          </a:pPr>
          <a:r>
            <a:rPr lang="en-IE" sz="1600" kern="1200"/>
            <a:t>Right to erasure (the “right to be forgotten”)</a:t>
          </a:r>
          <a:endParaRPr lang="en-US" sz="1600" kern="1200"/>
        </a:p>
      </dsp:txBody>
      <dsp:txXfrm>
        <a:off x="3559540" y="2100880"/>
        <a:ext cx="1617389" cy="1358607"/>
      </dsp:txXfrm>
    </dsp:sp>
    <dsp:sp modelId="{D1D28634-E737-4A55-9B3F-71613279F0F8}">
      <dsp:nvSpPr>
        <dsp:cNvPr id="0" name=""/>
        <dsp:cNvSpPr/>
      </dsp:nvSpPr>
      <dsp:spPr>
        <a:xfrm>
          <a:off x="4028583" y="1466863"/>
          <a:ext cx="679303" cy="679303"/>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961" tIns="12700" rIns="52961" bIns="12700" numCol="1" spcCol="1270" anchor="ctr" anchorCtr="0">
          <a:noAutofit/>
        </a:bodyPr>
        <a:lstStyle/>
        <a:p>
          <a:pPr marL="0" lvl="0" indent="0" algn="ctr" defTabSz="1422400">
            <a:lnSpc>
              <a:spcPct val="90000"/>
            </a:lnSpc>
            <a:spcBef>
              <a:spcPct val="0"/>
            </a:spcBef>
            <a:spcAft>
              <a:spcPct val="35000"/>
            </a:spcAft>
            <a:buNone/>
          </a:pPr>
          <a:r>
            <a:rPr lang="en-US" sz="3200" kern="1200"/>
            <a:t>3</a:t>
          </a:r>
        </a:p>
      </dsp:txBody>
      <dsp:txXfrm>
        <a:off x="4128065" y="1566345"/>
        <a:ext cx="480339" cy="480339"/>
      </dsp:txXfrm>
    </dsp:sp>
    <dsp:sp modelId="{E6A76E96-2D20-4A87-B294-ABD131400BEC}">
      <dsp:nvSpPr>
        <dsp:cNvPr id="0" name=""/>
        <dsp:cNvSpPr/>
      </dsp:nvSpPr>
      <dsp:spPr>
        <a:xfrm>
          <a:off x="3559540" y="3504702"/>
          <a:ext cx="161738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16998E-A023-4B66-8C10-27F0F1794A7D}">
      <dsp:nvSpPr>
        <dsp:cNvPr id="0" name=""/>
        <dsp:cNvSpPr/>
      </dsp:nvSpPr>
      <dsp:spPr>
        <a:xfrm>
          <a:off x="5338669" y="1240429"/>
          <a:ext cx="1617389" cy="226434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6098" tIns="330200" rIns="126098" bIns="330200" numCol="1" spcCol="1270" anchor="t" anchorCtr="0">
          <a:noAutofit/>
        </a:bodyPr>
        <a:lstStyle/>
        <a:p>
          <a:pPr marL="0" lvl="0" indent="0" algn="l" defTabSz="711200">
            <a:lnSpc>
              <a:spcPct val="90000"/>
            </a:lnSpc>
            <a:spcBef>
              <a:spcPct val="0"/>
            </a:spcBef>
            <a:spcAft>
              <a:spcPct val="35000"/>
            </a:spcAft>
            <a:buNone/>
          </a:pPr>
          <a:r>
            <a:rPr lang="en-IE" sz="1600" kern="1200"/>
            <a:t>Right to data portability</a:t>
          </a:r>
          <a:endParaRPr lang="en-US" sz="1600" kern="1200"/>
        </a:p>
      </dsp:txBody>
      <dsp:txXfrm>
        <a:off x="5338669" y="2100880"/>
        <a:ext cx="1617389" cy="1358607"/>
      </dsp:txXfrm>
    </dsp:sp>
    <dsp:sp modelId="{E9AD6216-38A5-4D05-A3B7-4A595B17E3DA}">
      <dsp:nvSpPr>
        <dsp:cNvPr id="0" name=""/>
        <dsp:cNvSpPr/>
      </dsp:nvSpPr>
      <dsp:spPr>
        <a:xfrm>
          <a:off x="5807712" y="1466863"/>
          <a:ext cx="679303" cy="679303"/>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961" tIns="12700" rIns="52961" bIns="12700" numCol="1" spcCol="1270" anchor="ctr" anchorCtr="0">
          <a:noAutofit/>
        </a:bodyPr>
        <a:lstStyle/>
        <a:p>
          <a:pPr marL="0" lvl="0" indent="0" algn="ctr" defTabSz="1422400">
            <a:lnSpc>
              <a:spcPct val="90000"/>
            </a:lnSpc>
            <a:spcBef>
              <a:spcPct val="0"/>
            </a:spcBef>
            <a:spcAft>
              <a:spcPct val="35000"/>
            </a:spcAft>
            <a:buNone/>
          </a:pPr>
          <a:r>
            <a:rPr lang="en-US" sz="3200" kern="1200"/>
            <a:t>4</a:t>
          </a:r>
        </a:p>
      </dsp:txBody>
      <dsp:txXfrm>
        <a:off x="5907194" y="1566345"/>
        <a:ext cx="480339" cy="480339"/>
      </dsp:txXfrm>
    </dsp:sp>
    <dsp:sp modelId="{5C97ED2F-C2BF-44E9-A739-04885CC6D5CF}">
      <dsp:nvSpPr>
        <dsp:cNvPr id="0" name=""/>
        <dsp:cNvSpPr/>
      </dsp:nvSpPr>
      <dsp:spPr>
        <a:xfrm>
          <a:off x="5338669" y="3504702"/>
          <a:ext cx="161738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C28263-60E1-434C-B4DA-303599E67857}">
      <dsp:nvSpPr>
        <dsp:cNvPr id="0" name=""/>
        <dsp:cNvSpPr/>
      </dsp:nvSpPr>
      <dsp:spPr>
        <a:xfrm>
          <a:off x="7117798" y="1240429"/>
          <a:ext cx="1617389" cy="226434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6098" tIns="330200" rIns="126098" bIns="330200" numCol="1" spcCol="1270" anchor="t" anchorCtr="0">
          <a:noAutofit/>
        </a:bodyPr>
        <a:lstStyle/>
        <a:p>
          <a:pPr marL="0" lvl="0" indent="0" algn="l" defTabSz="711200">
            <a:lnSpc>
              <a:spcPct val="90000"/>
            </a:lnSpc>
            <a:spcBef>
              <a:spcPct val="0"/>
            </a:spcBef>
            <a:spcAft>
              <a:spcPct val="35000"/>
            </a:spcAft>
            <a:buNone/>
          </a:pPr>
          <a:r>
            <a:rPr lang="en-IE" sz="1600" kern="1200"/>
            <a:t>Right to object</a:t>
          </a:r>
          <a:endParaRPr lang="en-US" sz="1600" kern="1200"/>
        </a:p>
      </dsp:txBody>
      <dsp:txXfrm>
        <a:off x="7117798" y="2100880"/>
        <a:ext cx="1617389" cy="1358607"/>
      </dsp:txXfrm>
    </dsp:sp>
    <dsp:sp modelId="{322F77CE-20FD-40B1-B36A-5C2B489A0B51}">
      <dsp:nvSpPr>
        <dsp:cNvPr id="0" name=""/>
        <dsp:cNvSpPr/>
      </dsp:nvSpPr>
      <dsp:spPr>
        <a:xfrm>
          <a:off x="7586841" y="1466863"/>
          <a:ext cx="679303" cy="679303"/>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961" tIns="12700" rIns="52961" bIns="12700" numCol="1" spcCol="1270" anchor="ctr" anchorCtr="0">
          <a:noAutofit/>
        </a:bodyPr>
        <a:lstStyle/>
        <a:p>
          <a:pPr marL="0" lvl="0" indent="0" algn="ctr" defTabSz="1422400">
            <a:lnSpc>
              <a:spcPct val="90000"/>
            </a:lnSpc>
            <a:spcBef>
              <a:spcPct val="0"/>
            </a:spcBef>
            <a:spcAft>
              <a:spcPct val="35000"/>
            </a:spcAft>
            <a:buNone/>
          </a:pPr>
          <a:r>
            <a:rPr lang="en-US" sz="3200" kern="1200"/>
            <a:t>5</a:t>
          </a:r>
        </a:p>
      </dsp:txBody>
      <dsp:txXfrm>
        <a:off x="7686323" y="1566345"/>
        <a:ext cx="480339" cy="480339"/>
      </dsp:txXfrm>
    </dsp:sp>
    <dsp:sp modelId="{A7BC70B4-507D-4E33-9ECA-5D24A56A2DE1}">
      <dsp:nvSpPr>
        <dsp:cNvPr id="0" name=""/>
        <dsp:cNvSpPr/>
      </dsp:nvSpPr>
      <dsp:spPr>
        <a:xfrm>
          <a:off x="7117798" y="3504702"/>
          <a:ext cx="161738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0E4635-D4CF-4CFD-9DDC-B4248886C517}">
      <dsp:nvSpPr>
        <dsp:cNvPr id="0" name=""/>
        <dsp:cNvSpPr/>
      </dsp:nvSpPr>
      <dsp:spPr>
        <a:xfrm>
          <a:off x="8896926" y="1240429"/>
          <a:ext cx="1617389" cy="226434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6098" tIns="330200" rIns="126098" bIns="330200" numCol="1" spcCol="1270" anchor="t" anchorCtr="0">
          <a:noAutofit/>
        </a:bodyPr>
        <a:lstStyle/>
        <a:p>
          <a:pPr marL="0" lvl="0" indent="0" algn="l" defTabSz="711200">
            <a:lnSpc>
              <a:spcPct val="90000"/>
            </a:lnSpc>
            <a:spcBef>
              <a:spcPct val="0"/>
            </a:spcBef>
            <a:spcAft>
              <a:spcPct val="35000"/>
            </a:spcAft>
            <a:buNone/>
          </a:pPr>
          <a:r>
            <a:rPr lang="en-IE" sz="1600" kern="1200"/>
            <a:t>Right to restrict processing</a:t>
          </a:r>
          <a:endParaRPr lang="en-US" sz="1600" kern="1200"/>
        </a:p>
      </dsp:txBody>
      <dsp:txXfrm>
        <a:off x="8896926" y="2100880"/>
        <a:ext cx="1617389" cy="1358607"/>
      </dsp:txXfrm>
    </dsp:sp>
    <dsp:sp modelId="{5BCE0DBB-F840-41D8-925C-83339F4571C1}">
      <dsp:nvSpPr>
        <dsp:cNvPr id="0" name=""/>
        <dsp:cNvSpPr/>
      </dsp:nvSpPr>
      <dsp:spPr>
        <a:xfrm>
          <a:off x="9365969" y="1466863"/>
          <a:ext cx="679303" cy="679303"/>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961" tIns="12700" rIns="52961" bIns="12700" numCol="1" spcCol="1270" anchor="ctr" anchorCtr="0">
          <a:noAutofit/>
        </a:bodyPr>
        <a:lstStyle/>
        <a:p>
          <a:pPr marL="0" lvl="0" indent="0" algn="ctr" defTabSz="1422400">
            <a:lnSpc>
              <a:spcPct val="90000"/>
            </a:lnSpc>
            <a:spcBef>
              <a:spcPct val="0"/>
            </a:spcBef>
            <a:spcAft>
              <a:spcPct val="35000"/>
            </a:spcAft>
            <a:buNone/>
          </a:pPr>
          <a:r>
            <a:rPr lang="en-US" sz="3200" kern="1200"/>
            <a:t>6</a:t>
          </a:r>
        </a:p>
      </dsp:txBody>
      <dsp:txXfrm>
        <a:off x="9465451" y="1566345"/>
        <a:ext cx="480339" cy="480339"/>
      </dsp:txXfrm>
    </dsp:sp>
    <dsp:sp modelId="{DE75EB2B-77C4-40EA-89B4-C12C72F32074}">
      <dsp:nvSpPr>
        <dsp:cNvPr id="0" name=""/>
        <dsp:cNvSpPr/>
      </dsp:nvSpPr>
      <dsp:spPr>
        <a:xfrm>
          <a:off x="8896926" y="3504702"/>
          <a:ext cx="161738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642CDC-6991-4B6A-85C4-232CAF1E4682}">
      <dsp:nvSpPr>
        <dsp:cNvPr id="0" name=""/>
        <dsp:cNvSpPr/>
      </dsp:nvSpPr>
      <dsp:spPr>
        <a:xfrm>
          <a:off x="0" y="2316"/>
          <a:ext cx="10515600"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4C99EB29-1418-499E-8689-36D2663E9019}">
      <dsp:nvSpPr>
        <dsp:cNvPr id="0" name=""/>
        <dsp:cNvSpPr/>
      </dsp:nvSpPr>
      <dsp:spPr>
        <a:xfrm>
          <a:off x="0" y="2316"/>
          <a:ext cx="10515600" cy="1580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r>
            <a:rPr lang="en-IE" sz="4400" kern="1200" dirty="0"/>
            <a:t>Definitions and responsibilities of data controllers and data processors?</a:t>
          </a:r>
          <a:endParaRPr lang="en-US" sz="4400" kern="1200" dirty="0"/>
        </a:p>
      </dsp:txBody>
      <dsp:txXfrm>
        <a:off x="0" y="2316"/>
        <a:ext cx="10515600" cy="1580190"/>
      </dsp:txXfrm>
    </dsp:sp>
    <dsp:sp modelId="{AF066951-1355-4062-8389-8592B5911787}">
      <dsp:nvSpPr>
        <dsp:cNvPr id="0" name=""/>
        <dsp:cNvSpPr/>
      </dsp:nvSpPr>
      <dsp:spPr>
        <a:xfrm>
          <a:off x="0" y="1582506"/>
          <a:ext cx="10515600"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7CA5F960-E74C-44C2-B15B-3926E51BC1C7}">
      <dsp:nvSpPr>
        <dsp:cNvPr id="0" name=""/>
        <dsp:cNvSpPr/>
      </dsp:nvSpPr>
      <dsp:spPr>
        <a:xfrm>
          <a:off x="0" y="1582506"/>
          <a:ext cx="10515600" cy="1580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r>
            <a:rPr lang="en-IE" sz="4400" kern="1200" dirty="0"/>
            <a:t>Joint controllership and data processing agreements.</a:t>
          </a:r>
          <a:endParaRPr lang="en-US" sz="4400" kern="1200" dirty="0"/>
        </a:p>
      </dsp:txBody>
      <dsp:txXfrm>
        <a:off x="0" y="1582506"/>
        <a:ext cx="10515600" cy="1580190"/>
      </dsp:txXfrm>
    </dsp:sp>
    <dsp:sp modelId="{6C175276-05BD-4909-A127-54CAF3B7F9E6}">
      <dsp:nvSpPr>
        <dsp:cNvPr id="0" name=""/>
        <dsp:cNvSpPr/>
      </dsp:nvSpPr>
      <dsp:spPr>
        <a:xfrm>
          <a:off x="0" y="3162697"/>
          <a:ext cx="10515600"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A90C119A-C225-44B3-9FA3-629C789E05EA}">
      <dsp:nvSpPr>
        <dsp:cNvPr id="0" name=""/>
        <dsp:cNvSpPr/>
      </dsp:nvSpPr>
      <dsp:spPr>
        <a:xfrm>
          <a:off x="0" y="3162697"/>
          <a:ext cx="10515600" cy="1580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endParaRPr lang="en-US" sz="4400" kern="1200" dirty="0"/>
        </a:p>
      </dsp:txBody>
      <dsp:txXfrm>
        <a:off x="0" y="3162697"/>
        <a:ext cx="10515600" cy="158019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17B7FA-D88F-438B-82FB-31AF91AFE0E7}">
      <dsp:nvSpPr>
        <dsp:cNvPr id="0" name=""/>
        <dsp:cNvSpPr/>
      </dsp:nvSpPr>
      <dsp:spPr>
        <a:xfrm>
          <a:off x="679050" y="578168"/>
          <a:ext cx="1887187" cy="188718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3DA9B6-A72E-49D4-8B84-330A6147890C}">
      <dsp:nvSpPr>
        <dsp:cNvPr id="0" name=""/>
        <dsp:cNvSpPr/>
      </dsp:nvSpPr>
      <dsp:spPr>
        <a:xfrm>
          <a:off x="1081237" y="980356"/>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60BB6F-53C1-4F9D-8D1E-43C7F7FE3754}">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IE" sz="2500" kern="1200"/>
            <a:t>When and how to conduct DPIAs</a:t>
          </a:r>
          <a:endParaRPr lang="en-US" sz="2500" kern="1200"/>
        </a:p>
      </dsp:txBody>
      <dsp:txXfrm>
        <a:off x="75768" y="3053169"/>
        <a:ext cx="3093750" cy="720000"/>
      </dsp:txXfrm>
    </dsp:sp>
    <dsp:sp modelId="{48B50118-D49E-4D0F-B0CC-6C8D6474B4C1}">
      <dsp:nvSpPr>
        <dsp:cNvPr id="0" name=""/>
        <dsp:cNvSpPr/>
      </dsp:nvSpPr>
      <dsp:spPr>
        <a:xfrm>
          <a:off x="4314206" y="578168"/>
          <a:ext cx="1887187" cy="188718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691076-BF17-4A99-964E-258F8F80DE36}">
      <dsp:nvSpPr>
        <dsp:cNvPr id="0" name=""/>
        <dsp:cNvSpPr/>
      </dsp:nvSpPr>
      <dsp:spPr>
        <a:xfrm>
          <a:off x="4716393" y="980356"/>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012767-9DA8-4EA5-B3A5-F2C88F06A0D1}">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IE" sz="2500" kern="1200"/>
            <a:t>Mitigating risks through DPISAs</a:t>
          </a:r>
          <a:endParaRPr lang="en-US" sz="2500" kern="1200"/>
        </a:p>
      </dsp:txBody>
      <dsp:txXfrm>
        <a:off x="3710925" y="3053169"/>
        <a:ext cx="3093750" cy="720000"/>
      </dsp:txXfrm>
    </dsp:sp>
    <dsp:sp modelId="{02D446E0-EED2-47F7-9102-36F3C25B5065}">
      <dsp:nvSpPr>
        <dsp:cNvPr id="0" name=""/>
        <dsp:cNvSpPr/>
      </dsp:nvSpPr>
      <dsp:spPr>
        <a:xfrm>
          <a:off x="7949362" y="578168"/>
          <a:ext cx="1887187" cy="188718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BAB936-511D-4E70-A6DB-CE7B2AF24420}">
      <dsp:nvSpPr>
        <dsp:cNvPr id="0" name=""/>
        <dsp:cNvSpPr/>
      </dsp:nvSpPr>
      <dsp:spPr>
        <a:xfrm>
          <a:off x="8351550" y="980356"/>
          <a:ext cx="1082812" cy="1082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1356413-1EE0-41AD-86C7-58CA60FB6D64}">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IE" sz="2500" kern="1200"/>
            <a:t>https://gdpr-info.eu/</a:t>
          </a:r>
          <a:endParaRPr lang="en-US" sz="2500" kern="1200"/>
        </a:p>
      </dsp:txBody>
      <dsp:txXfrm>
        <a:off x="7346081" y="3053169"/>
        <a:ext cx="3093750"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991031-3B49-4104-9F41-8713CDFC7113}">
      <dsp:nvSpPr>
        <dsp:cNvPr id="0" name=""/>
        <dsp:cNvSpPr/>
      </dsp:nvSpPr>
      <dsp:spPr>
        <a:xfrm>
          <a:off x="0" y="579"/>
          <a:ext cx="10515600" cy="13554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F9554A-D57A-4DE4-A6DE-9AB4B20259C8}">
      <dsp:nvSpPr>
        <dsp:cNvPr id="0" name=""/>
        <dsp:cNvSpPr/>
      </dsp:nvSpPr>
      <dsp:spPr>
        <a:xfrm>
          <a:off x="410021" y="305553"/>
          <a:ext cx="745492" cy="7454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D40D74-088F-4DB5-B2E1-C99B74E6F85A}">
      <dsp:nvSpPr>
        <dsp:cNvPr id="0" name=""/>
        <dsp:cNvSpPr/>
      </dsp:nvSpPr>
      <dsp:spPr>
        <a:xfrm>
          <a:off x="1565535" y="579"/>
          <a:ext cx="8950064" cy="1355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451" tIns="143451" rIns="143451" bIns="143451" numCol="1" spcCol="1270" anchor="ctr" anchorCtr="0">
          <a:noAutofit/>
        </a:bodyPr>
        <a:lstStyle/>
        <a:p>
          <a:pPr marL="0" lvl="0" indent="0" algn="l" defTabSz="1111250">
            <a:lnSpc>
              <a:spcPct val="90000"/>
            </a:lnSpc>
            <a:spcBef>
              <a:spcPct val="0"/>
            </a:spcBef>
            <a:spcAft>
              <a:spcPct val="35000"/>
            </a:spcAft>
            <a:buNone/>
          </a:pPr>
          <a:r>
            <a:rPr lang="en-IE" sz="2500" kern="1200"/>
            <a:t>What constitutes a data breach?</a:t>
          </a:r>
          <a:endParaRPr lang="en-US" sz="2500" kern="1200"/>
        </a:p>
      </dsp:txBody>
      <dsp:txXfrm>
        <a:off x="1565535" y="579"/>
        <a:ext cx="8950064" cy="1355441"/>
      </dsp:txXfrm>
    </dsp:sp>
    <dsp:sp modelId="{FA4B2D8E-9B63-4E2F-8B64-66245339818C}">
      <dsp:nvSpPr>
        <dsp:cNvPr id="0" name=""/>
        <dsp:cNvSpPr/>
      </dsp:nvSpPr>
      <dsp:spPr>
        <a:xfrm>
          <a:off x="0" y="1694881"/>
          <a:ext cx="10515600" cy="13554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A42821-00C9-4D3C-BE31-865E7A1574D9}">
      <dsp:nvSpPr>
        <dsp:cNvPr id="0" name=""/>
        <dsp:cNvSpPr/>
      </dsp:nvSpPr>
      <dsp:spPr>
        <a:xfrm>
          <a:off x="410021" y="1999855"/>
          <a:ext cx="745492" cy="7454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ECA617-752B-4954-9BBD-A7BF0FB544AF}">
      <dsp:nvSpPr>
        <dsp:cNvPr id="0" name=""/>
        <dsp:cNvSpPr/>
      </dsp:nvSpPr>
      <dsp:spPr>
        <a:xfrm>
          <a:off x="1565535" y="1694881"/>
          <a:ext cx="8950064" cy="1355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451" tIns="143451" rIns="143451" bIns="143451" numCol="1" spcCol="1270" anchor="ctr" anchorCtr="0">
          <a:noAutofit/>
        </a:bodyPr>
        <a:lstStyle/>
        <a:p>
          <a:pPr marL="0" lvl="0" indent="0" algn="l" defTabSz="1111250">
            <a:lnSpc>
              <a:spcPct val="90000"/>
            </a:lnSpc>
            <a:spcBef>
              <a:spcPct val="0"/>
            </a:spcBef>
            <a:spcAft>
              <a:spcPct val="35000"/>
            </a:spcAft>
            <a:buNone/>
          </a:pPr>
          <a:r>
            <a:rPr lang="en-IE" sz="2500" kern="1200"/>
            <a:t>The 72-hour notification rule</a:t>
          </a:r>
          <a:endParaRPr lang="en-US" sz="2500" kern="1200"/>
        </a:p>
      </dsp:txBody>
      <dsp:txXfrm>
        <a:off x="1565535" y="1694881"/>
        <a:ext cx="8950064" cy="1355441"/>
      </dsp:txXfrm>
    </dsp:sp>
    <dsp:sp modelId="{BC8D4F92-B470-447E-BE64-F1F8F9FF7E30}">
      <dsp:nvSpPr>
        <dsp:cNvPr id="0" name=""/>
        <dsp:cNvSpPr/>
      </dsp:nvSpPr>
      <dsp:spPr>
        <a:xfrm>
          <a:off x="0" y="3389183"/>
          <a:ext cx="10515600" cy="13554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F2E781-BF50-428A-98A6-B6661C35C6A2}">
      <dsp:nvSpPr>
        <dsp:cNvPr id="0" name=""/>
        <dsp:cNvSpPr/>
      </dsp:nvSpPr>
      <dsp:spPr>
        <a:xfrm>
          <a:off x="410021" y="3694157"/>
          <a:ext cx="745492" cy="74549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6C11A6-7231-47CD-B143-E7A1845F650C}">
      <dsp:nvSpPr>
        <dsp:cNvPr id="0" name=""/>
        <dsp:cNvSpPr/>
      </dsp:nvSpPr>
      <dsp:spPr>
        <a:xfrm>
          <a:off x="1565535" y="3389183"/>
          <a:ext cx="8950064" cy="1355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451" tIns="143451" rIns="143451" bIns="143451" numCol="1" spcCol="1270" anchor="ctr" anchorCtr="0">
          <a:noAutofit/>
        </a:bodyPr>
        <a:lstStyle/>
        <a:p>
          <a:pPr marL="0" lvl="0" indent="0" algn="l" defTabSz="1111250">
            <a:lnSpc>
              <a:spcPct val="90000"/>
            </a:lnSpc>
            <a:spcBef>
              <a:spcPct val="0"/>
            </a:spcBef>
            <a:spcAft>
              <a:spcPct val="35000"/>
            </a:spcAft>
            <a:buNone/>
          </a:pPr>
          <a:r>
            <a:rPr lang="en-IE" sz="2500" kern="1200"/>
            <a:t>Responsibilities of data controllers and processors in the event of a breach.</a:t>
          </a:r>
          <a:endParaRPr lang="en-US" sz="2500" kern="1200"/>
        </a:p>
      </dsp:txBody>
      <dsp:txXfrm>
        <a:off x="1565535" y="3389183"/>
        <a:ext cx="8950064" cy="135544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4D6035-EB66-4EE5-A6C4-BB7489B0C492}">
      <dsp:nvSpPr>
        <dsp:cNvPr id="0" name=""/>
        <dsp:cNvSpPr/>
      </dsp:nvSpPr>
      <dsp:spPr>
        <a:xfrm>
          <a:off x="1283" y="1204487"/>
          <a:ext cx="4672458" cy="2336229"/>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3345" tIns="62230" rIns="93345" bIns="62230" numCol="1" spcCol="1270" anchor="ctr" anchorCtr="0">
          <a:noAutofit/>
        </a:bodyPr>
        <a:lstStyle/>
        <a:p>
          <a:pPr marL="0" lvl="0" indent="0" algn="ctr" defTabSz="2178050">
            <a:lnSpc>
              <a:spcPct val="90000"/>
            </a:lnSpc>
            <a:spcBef>
              <a:spcPct val="0"/>
            </a:spcBef>
            <a:spcAft>
              <a:spcPct val="35000"/>
            </a:spcAft>
            <a:buNone/>
          </a:pPr>
          <a:r>
            <a:rPr lang="en-IE" sz="4900" kern="1200"/>
            <a:t>Who needs a DPO?</a:t>
          </a:r>
          <a:endParaRPr lang="en-US" sz="4900" kern="1200"/>
        </a:p>
      </dsp:txBody>
      <dsp:txXfrm>
        <a:off x="69709" y="1272913"/>
        <a:ext cx="4535606" cy="2199377"/>
      </dsp:txXfrm>
    </dsp:sp>
    <dsp:sp modelId="{915FFC75-6837-42BC-AC3D-769765977A27}">
      <dsp:nvSpPr>
        <dsp:cNvPr id="0" name=""/>
        <dsp:cNvSpPr/>
      </dsp:nvSpPr>
      <dsp:spPr>
        <a:xfrm>
          <a:off x="5841857" y="1204487"/>
          <a:ext cx="4672458" cy="2336229"/>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3345" tIns="62230" rIns="93345" bIns="62230" numCol="1" spcCol="1270" anchor="ctr" anchorCtr="0">
          <a:noAutofit/>
        </a:bodyPr>
        <a:lstStyle/>
        <a:p>
          <a:pPr marL="0" lvl="0" indent="0" algn="ctr" defTabSz="2178050">
            <a:lnSpc>
              <a:spcPct val="90000"/>
            </a:lnSpc>
            <a:spcBef>
              <a:spcPct val="0"/>
            </a:spcBef>
            <a:spcAft>
              <a:spcPct val="35000"/>
            </a:spcAft>
            <a:buNone/>
          </a:pPr>
          <a:r>
            <a:rPr lang="en-IE" sz="4900" kern="1200"/>
            <a:t>Roles and responsibilities of DPOs</a:t>
          </a:r>
          <a:endParaRPr lang="en-US" sz="4900" kern="1200"/>
        </a:p>
      </dsp:txBody>
      <dsp:txXfrm>
        <a:off x="5910283" y="1272913"/>
        <a:ext cx="4535606" cy="219937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85920D-BCBA-47A9-B371-61DCC7A3BF0F}">
      <dsp:nvSpPr>
        <dsp:cNvPr id="0" name=""/>
        <dsp:cNvSpPr/>
      </dsp:nvSpPr>
      <dsp:spPr>
        <a:xfrm>
          <a:off x="0" y="579"/>
          <a:ext cx="10515600" cy="13554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E1B9DA-64F4-458B-8C8F-960BF931204C}">
      <dsp:nvSpPr>
        <dsp:cNvPr id="0" name=""/>
        <dsp:cNvSpPr/>
      </dsp:nvSpPr>
      <dsp:spPr>
        <a:xfrm>
          <a:off x="410021" y="305553"/>
          <a:ext cx="745492" cy="7454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DF2A23-FB23-47E6-8D9D-F0426E6FB443}">
      <dsp:nvSpPr>
        <dsp:cNvPr id="0" name=""/>
        <dsp:cNvSpPr/>
      </dsp:nvSpPr>
      <dsp:spPr>
        <a:xfrm>
          <a:off x="1565535" y="579"/>
          <a:ext cx="8950064" cy="1355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451" tIns="143451" rIns="143451" bIns="143451" numCol="1" spcCol="1270" anchor="ctr" anchorCtr="0">
          <a:noAutofit/>
        </a:bodyPr>
        <a:lstStyle/>
        <a:p>
          <a:pPr marL="0" lvl="0" indent="0" algn="l" defTabSz="1111250">
            <a:lnSpc>
              <a:spcPct val="90000"/>
            </a:lnSpc>
            <a:spcBef>
              <a:spcPct val="0"/>
            </a:spcBef>
            <a:spcAft>
              <a:spcPct val="35000"/>
            </a:spcAft>
            <a:buNone/>
          </a:pPr>
          <a:r>
            <a:rPr lang="en-IE" sz="2500" kern="1200"/>
            <a:t>Steps to ensure GDPR compliance</a:t>
          </a:r>
          <a:endParaRPr lang="en-US" sz="2500" kern="1200"/>
        </a:p>
      </dsp:txBody>
      <dsp:txXfrm>
        <a:off x="1565535" y="579"/>
        <a:ext cx="8950064" cy="1355441"/>
      </dsp:txXfrm>
    </dsp:sp>
    <dsp:sp modelId="{3D64152F-3D84-4455-A021-13D9288296C5}">
      <dsp:nvSpPr>
        <dsp:cNvPr id="0" name=""/>
        <dsp:cNvSpPr/>
      </dsp:nvSpPr>
      <dsp:spPr>
        <a:xfrm>
          <a:off x="0" y="1694881"/>
          <a:ext cx="10515600" cy="13554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F6B7A6-4543-4A68-B2CA-2B09748CF52A}">
      <dsp:nvSpPr>
        <dsp:cNvPr id="0" name=""/>
        <dsp:cNvSpPr/>
      </dsp:nvSpPr>
      <dsp:spPr>
        <a:xfrm>
          <a:off x="410021" y="1999855"/>
          <a:ext cx="745492" cy="7454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CBB244-4A92-4AA4-A0D1-9981558C6A08}">
      <dsp:nvSpPr>
        <dsp:cNvPr id="0" name=""/>
        <dsp:cNvSpPr/>
      </dsp:nvSpPr>
      <dsp:spPr>
        <a:xfrm>
          <a:off x="1565535" y="1694881"/>
          <a:ext cx="8950064" cy="1355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451" tIns="143451" rIns="143451" bIns="143451" numCol="1" spcCol="1270" anchor="ctr" anchorCtr="0">
          <a:noAutofit/>
        </a:bodyPr>
        <a:lstStyle/>
        <a:p>
          <a:pPr marL="0" lvl="0" indent="0" algn="l" defTabSz="1111250">
            <a:lnSpc>
              <a:spcPct val="90000"/>
            </a:lnSpc>
            <a:spcBef>
              <a:spcPct val="0"/>
            </a:spcBef>
            <a:spcAft>
              <a:spcPct val="35000"/>
            </a:spcAft>
            <a:buNone/>
          </a:pPr>
          <a:r>
            <a:rPr lang="en-IE" sz="2500" kern="1200"/>
            <a:t>Privacy by Design and Default</a:t>
          </a:r>
          <a:endParaRPr lang="en-US" sz="2500" kern="1200"/>
        </a:p>
      </dsp:txBody>
      <dsp:txXfrm>
        <a:off x="1565535" y="1694881"/>
        <a:ext cx="8950064" cy="1355441"/>
      </dsp:txXfrm>
    </dsp:sp>
    <dsp:sp modelId="{CA7A5758-A89F-442A-9D6A-BAD5F4D621FB}">
      <dsp:nvSpPr>
        <dsp:cNvPr id="0" name=""/>
        <dsp:cNvSpPr/>
      </dsp:nvSpPr>
      <dsp:spPr>
        <a:xfrm>
          <a:off x="0" y="3389183"/>
          <a:ext cx="10515600" cy="13554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C178FA-11D8-4319-9AFA-3651CBA7EFC1}">
      <dsp:nvSpPr>
        <dsp:cNvPr id="0" name=""/>
        <dsp:cNvSpPr/>
      </dsp:nvSpPr>
      <dsp:spPr>
        <a:xfrm>
          <a:off x="410021" y="3694157"/>
          <a:ext cx="745492" cy="74549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204048-FE8E-49E7-AAD2-2A666E1A065A}">
      <dsp:nvSpPr>
        <dsp:cNvPr id="0" name=""/>
        <dsp:cNvSpPr/>
      </dsp:nvSpPr>
      <dsp:spPr>
        <a:xfrm>
          <a:off x="1565535" y="3389183"/>
          <a:ext cx="8950064" cy="1355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451" tIns="143451" rIns="143451" bIns="143451" numCol="1" spcCol="1270" anchor="ctr" anchorCtr="0">
          <a:noAutofit/>
        </a:bodyPr>
        <a:lstStyle/>
        <a:p>
          <a:pPr marL="0" lvl="0" indent="0" algn="l" defTabSz="1111250">
            <a:lnSpc>
              <a:spcPct val="90000"/>
            </a:lnSpc>
            <a:spcBef>
              <a:spcPct val="0"/>
            </a:spcBef>
            <a:spcAft>
              <a:spcPct val="35000"/>
            </a:spcAft>
            <a:buNone/>
          </a:pPr>
          <a:r>
            <a:rPr lang="en-IE" sz="2500" kern="1200"/>
            <a:t>Data protections policies and documentation</a:t>
          </a:r>
          <a:endParaRPr lang="en-US" sz="2500" kern="1200"/>
        </a:p>
      </dsp:txBody>
      <dsp:txXfrm>
        <a:off x="1565535" y="3389183"/>
        <a:ext cx="8950064" cy="135544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49D155-D90B-48C7-8B8B-A468AF4F832B}">
      <dsp:nvSpPr>
        <dsp:cNvPr id="0" name=""/>
        <dsp:cNvSpPr/>
      </dsp:nvSpPr>
      <dsp:spPr>
        <a:xfrm>
          <a:off x="0" y="771095"/>
          <a:ext cx="10515600" cy="142356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9A0134-1A63-4BE3-BDAB-1E1AD679084A}">
      <dsp:nvSpPr>
        <dsp:cNvPr id="0" name=""/>
        <dsp:cNvSpPr/>
      </dsp:nvSpPr>
      <dsp:spPr>
        <a:xfrm>
          <a:off x="430627" y="1091396"/>
          <a:ext cx="782958" cy="78295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953186-ECE3-47FF-B56F-9C64B4A18B9D}">
      <dsp:nvSpPr>
        <dsp:cNvPr id="0" name=""/>
        <dsp:cNvSpPr/>
      </dsp:nvSpPr>
      <dsp:spPr>
        <a:xfrm>
          <a:off x="1644213" y="771095"/>
          <a:ext cx="8871386" cy="1423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660" tIns="150660" rIns="150660" bIns="150660" numCol="1" spcCol="1270" anchor="ctr" anchorCtr="0">
          <a:noAutofit/>
        </a:bodyPr>
        <a:lstStyle/>
        <a:p>
          <a:pPr marL="0" lvl="0" indent="0" algn="l" defTabSz="1111250">
            <a:lnSpc>
              <a:spcPct val="90000"/>
            </a:lnSpc>
            <a:spcBef>
              <a:spcPct val="0"/>
            </a:spcBef>
            <a:spcAft>
              <a:spcPct val="35000"/>
            </a:spcAft>
            <a:buNone/>
          </a:pPr>
          <a:r>
            <a:rPr lang="en-IE" sz="2500" kern="1200"/>
            <a:t>GDPR in the context of emerging technologies (AI, IoT, etc.)</a:t>
          </a:r>
          <a:endParaRPr lang="en-US" sz="2500" kern="1200"/>
        </a:p>
      </dsp:txBody>
      <dsp:txXfrm>
        <a:off x="1644213" y="771095"/>
        <a:ext cx="8871386" cy="1423561"/>
      </dsp:txXfrm>
    </dsp:sp>
    <dsp:sp modelId="{7465363B-0BAB-40A9-9767-30165905CED5}">
      <dsp:nvSpPr>
        <dsp:cNvPr id="0" name=""/>
        <dsp:cNvSpPr/>
      </dsp:nvSpPr>
      <dsp:spPr>
        <a:xfrm>
          <a:off x="0" y="2550547"/>
          <a:ext cx="10515600" cy="142356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B9C377-D3BE-49FA-B66F-3A80CE797890}">
      <dsp:nvSpPr>
        <dsp:cNvPr id="0" name=""/>
        <dsp:cNvSpPr/>
      </dsp:nvSpPr>
      <dsp:spPr>
        <a:xfrm>
          <a:off x="430627" y="2870848"/>
          <a:ext cx="782958" cy="78295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BEE7FB-C75F-4AD8-A082-FFE35B54B466}">
      <dsp:nvSpPr>
        <dsp:cNvPr id="0" name=""/>
        <dsp:cNvSpPr/>
      </dsp:nvSpPr>
      <dsp:spPr>
        <a:xfrm>
          <a:off x="1644213" y="2550547"/>
          <a:ext cx="8871386" cy="1423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660" tIns="150660" rIns="150660" bIns="150660" numCol="1" spcCol="1270" anchor="ctr" anchorCtr="0">
          <a:noAutofit/>
        </a:bodyPr>
        <a:lstStyle/>
        <a:p>
          <a:pPr marL="0" lvl="0" indent="0" algn="l" defTabSz="1111250">
            <a:lnSpc>
              <a:spcPct val="90000"/>
            </a:lnSpc>
            <a:spcBef>
              <a:spcPct val="0"/>
            </a:spcBef>
            <a:spcAft>
              <a:spcPct val="35000"/>
            </a:spcAft>
            <a:buNone/>
          </a:pPr>
          <a:r>
            <a:rPr lang="en-IE" sz="2500" kern="1200"/>
            <a:t>Future developments and challenges in data protection. </a:t>
          </a:r>
          <a:endParaRPr lang="en-US" sz="2500" kern="1200"/>
        </a:p>
      </dsp:txBody>
      <dsp:txXfrm>
        <a:off x="1644213" y="2550547"/>
        <a:ext cx="8871386" cy="142356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AB85C1-27F8-4E14-87CD-3930AD4ED569}">
      <dsp:nvSpPr>
        <dsp:cNvPr id="0" name=""/>
        <dsp:cNvSpPr/>
      </dsp:nvSpPr>
      <dsp:spPr>
        <a:xfrm>
          <a:off x="0" y="2722554"/>
          <a:ext cx="9378460" cy="301492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Unacceptable risk AI systems are systems considered a threat to people and will be banned. They include:</a:t>
          </a:r>
        </a:p>
      </dsp:txBody>
      <dsp:txXfrm>
        <a:off x="0" y="2722554"/>
        <a:ext cx="9378460" cy="1628060"/>
      </dsp:txXfrm>
    </dsp:sp>
    <dsp:sp modelId="{944B7C3B-2996-4B5F-991E-F47980DE7B34}">
      <dsp:nvSpPr>
        <dsp:cNvPr id="0" name=""/>
        <dsp:cNvSpPr/>
      </dsp:nvSpPr>
      <dsp:spPr>
        <a:xfrm>
          <a:off x="0" y="4290316"/>
          <a:ext cx="2344615" cy="138686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a:t>Cognitive behavioural manipulation of people or specific vulnerable groups: for example voice-activated toys that encourage dangerous behaviour in children</a:t>
          </a:r>
        </a:p>
      </dsp:txBody>
      <dsp:txXfrm>
        <a:off x="0" y="4290316"/>
        <a:ext cx="2344615" cy="1386866"/>
      </dsp:txXfrm>
    </dsp:sp>
    <dsp:sp modelId="{38309B6C-6CC2-4444-96FF-F5278075560A}">
      <dsp:nvSpPr>
        <dsp:cNvPr id="0" name=""/>
        <dsp:cNvSpPr/>
      </dsp:nvSpPr>
      <dsp:spPr>
        <a:xfrm>
          <a:off x="2344615" y="4290316"/>
          <a:ext cx="2344615" cy="138686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a:t>Social scoring: classifying people based on behaviour, socio-economic status or personal characteristics</a:t>
          </a:r>
        </a:p>
      </dsp:txBody>
      <dsp:txXfrm>
        <a:off x="2344615" y="4290316"/>
        <a:ext cx="2344615" cy="1386866"/>
      </dsp:txXfrm>
    </dsp:sp>
    <dsp:sp modelId="{597A3B2F-53C4-4686-B53F-EDD7F37CBED8}">
      <dsp:nvSpPr>
        <dsp:cNvPr id="0" name=""/>
        <dsp:cNvSpPr/>
      </dsp:nvSpPr>
      <dsp:spPr>
        <a:xfrm>
          <a:off x="4689230" y="4290316"/>
          <a:ext cx="2344615" cy="138686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a:t>Biometric identification and categorisation of people</a:t>
          </a:r>
        </a:p>
      </dsp:txBody>
      <dsp:txXfrm>
        <a:off x="4689230" y="4290316"/>
        <a:ext cx="2344615" cy="1386866"/>
      </dsp:txXfrm>
    </dsp:sp>
    <dsp:sp modelId="{FF8D634B-7ACE-435A-AB19-11C9A319C1A0}">
      <dsp:nvSpPr>
        <dsp:cNvPr id="0" name=""/>
        <dsp:cNvSpPr/>
      </dsp:nvSpPr>
      <dsp:spPr>
        <a:xfrm>
          <a:off x="7033845" y="4290316"/>
          <a:ext cx="2344615" cy="138686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a:t>Real-time and remote biometric identification systems, such as facial recognition</a:t>
          </a:r>
        </a:p>
      </dsp:txBody>
      <dsp:txXfrm>
        <a:off x="7033845" y="4290316"/>
        <a:ext cx="2344615" cy="1386866"/>
      </dsp:txXfrm>
    </dsp:sp>
    <dsp:sp modelId="{041C3B1D-8751-4538-9EAF-C5AD3A5CE7A3}">
      <dsp:nvSpPr>
        <dsp:cNvPr id="0" name=""/>
        <dsp:cNvSpPr/>
      </dsp:nvSpPr>
      <dsp:spPr>
        <a:xfrm rot="10800000">
          <a:off x="0" y="1302871"/>
          <a:ext cx="9378460" cy="1464907"/>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t>The new rules establish obligations for providers and users depending on the level of risk from artificial intelligence. While many AI systems pose minimal risk, they need to be assessed.</a:t>
          </a:r>
        </a:p>
      </dsp:txBody>
      <dsp:txXfrm rot="10800000">
        <a:off x="0" y="1302871"/>
        <a:ext cx="9378460" cy="951853"/>
      </dsp:txXfrm>
    </dsp:sp>
    <dsp:sp modelId="{D2768864-4702-40B3-B387-F4704D5DDD80}">
      <dsp:nvSpPr>
        <dsp:cNvPr id="0" name=""/>
        <dsp:cNvSpPr/>
      </dsp:nvSpPr>
      <dsp:spPr>
        <a:xfrm rot="10800000">
          <a:off x="0" y="966"/>
          <a:ext cx="9378460" cy="1347128"/>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t>AI Act: different rules for different risk levels</a:t>
          </a:r>
        </a:p>
      </dsp:txBody>
      <dsp:txXfrm rot="10800000">
        <a:off x="0" y="966"/>
        <a:ext cx="9378460" cy="87532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F7ED00-B453-449A-B2C2-5C99D6ED547E}" type="datetimeFigureOut">
              <a:rPr lang="en-IE" smtClean="0"/>
              <a:t>18/09/2024</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293B4C-34AA-490B-884C-58EC28E3C6DD}" type="slidenum">
              <a:rPr lang="en-IE" smtClean="0"/>
              <a:t>‹#›</a:t>
            </a:fld>
            <a:endParaRPr lang="en-IE"/>
          </a:p>
        </p:txBody>
      </p:sp>
    </p:spTree>
    <p:extLst>
      <p:ext uri="{BB962C8B-B14F-4D97-AF65-F5344CB8AC3E}">
        <p14:creationId xmlns:p14="http://schemas.microsoft.com/office/powerpoint/2010/main" val="3596055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2</a:t>
            </a:fld>
            <a:endParaRPr lang="en-IE" dirty="0"/>
          </a:p>
        </p:txBody>
      </p:sp>
    </p:spTree>
    <p:extLst>
      <p:ext uri="{BB962C8B-B14F-4D97-AF65-F5344CB8AC3E}">
        <p14:creationId xmlns:p14="http://schemas.microsoft.com/office/powerpoint/2010/main" val="4062515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3</a:t>
            </a:fld>
            <a:endParaRPr lang="en-IE" dirty="0"/>
          </a:p>
        </p:txBody>
      </p:sp>
    </p:spTree>
    <p:extLst>
      <p:ext uri="{BB962C8B-B14F-4D97-AF65-F5344CB8AC3E}">
        <p14:creationId xmlns:p14="http://schemas.microsoft.com/office/powerpoint/2010/main" val="4276588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14</a:t>
            </a:fld>
            <a:endParaRPr lang="en-IE" dirty="0"/>
          </a:p>
        </p:txBody>
      </p:sp>
    </p:spTree>
    <p:extLst>
      <p:ext uri="{BB962C8B-B14F-4D97-AF65-F5344CB8AC3E}">
        <p14:creationId xmlns:p14="http://schemas.microsoft.com/office/powerpoint/2010/main" val="3163311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15</a:t>
            </a:fld>
            <a:endParaRPr lang="en-IE" dirty="0"/>
          </a:p>
        </p:txBody>
      </p:sp>
    </p:spTree>
    <p:extLst>
      <p:ext uri="{BB962C8B-B14F-4D97-AF65-F5344CB8AC3E}">
        <p14:creationId xmlns:p14="http://schemas.microsoft.com/office/powerpoint/2010/main" val="3054470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16</a:t>
            </a:fld>
            <a:endParaRPr lang="en-IE" dirty="0"/>
          </a:p>
        </p:txBody>
      </p:sp>
    </p:spTree>
    <p:extLst>
      <p:ext uri="{BB962C8B-B14F-4D97-AF65-F5344CB8AC3E}">
        <p14:creationId xmlns:p14="http://schemas.microsoft.com/office/powerpoint/2010/main" val="36504579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LiberationSerif"/>
              </a:rPr>
              <a:t>“Data ethics” purports to provide answers to these questions, or at least a framework for wrestling with them. I’m not so arrogant as to tell you </a:t>
            </a:r>
            <a:r>
              <a:rPr lang="en-US" sz="1800" b="0" i="1" u="none" strike="noStrike" baseline="0" dirty="0">
                <a:latin typeface="LiberationSerif-Italic"/>
              </a:rPr>
              <a:t>how </a:t>
            </a:r>
            <a:r>
              <a:rPr lang="en-US" sz="1800" b="0" i="0" u="none" strike="noStrike" baseline="0" dirty="0">
                <a:latin typeface="LiberationSerif"/>
              </a:rPr>
              <a:t>to think about these things (and “these things” are changing quickly), so in</a:t>
            </a:r>
          </a:p>
          <a:p>
            <a:pPr algn="l"/>
            <a:r>
              <a:rPr lang="en-US" sz="1800" b="0" i="0" u="none" strike="noStrike" baseline="0" dirty="0">
                <a:latin typeface="LiberationSerif"/>
              </a:rPr>
              <a:t>this chapter we’ll just take a quick tour of some of the most relevant issues and (hopefully) inspire you to think about them further. (Alas, I am not a good enough philosopher to do ethics </a:t>
            </a:r>
            <a:r>
              <a:rPr lang="en-US" sz="1800" b="0" i="1" u="none" strike="noStrike" baseline="0" dirty="0">
                <a:latin typeface="LiberationSerif-Italic"/>
              </a:rPr>
              <a:t>from scratch</a:t>
            </a:r>
            <a:r>
              <a:rPr lang="en-US" sz="1800" b="0" i="0" u="none" strike="noStrike" baseline="0" dirty="0">
                <a:latin typeface="LiberationSerif"/>
              </a:rPr>
              <a:t>.)</a:t>
            </a:r>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17</a:t>
            </a:fld>
            <a:endParaRPr lang="en-IE" dirty="0"/>
          </a:p>
        </p:txBody>
      </p:sp>
    </p:spTree>
    <p:extLst>
      <p:ext uri="{BB962C8B-B14F-4D97-AF65-F5344CB8AC3E}">
        <p14:creationId xmlns:p14="http://schemas.microsoft.com/office/powerpoint/2010/main" val="896091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18</a:t>
            </a:fld>
            <a:endParaRPr lang="en-IE" dirty="0"/>
          </a:p>
        </p:txBody>
      </p:sp>
    </p:spTree>
    <p:extLst>
      <p:ext uri="{BB962C8B-B14F-4D97-AF65-F5344CB8AC3E}">
        <p14:creationId xmlns:p14="http://schemas.microsoft.com/office/powerpoint/2010/main" val="5539092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19</a:t>
            </a:fld>
            <a:endParaRPr lang="en-IE" dirty="0"/>
          </a:p>
        </p:txBody>
      </p:sp>
    </p:spTree>
    <p:extLst>
      <p:ext uri="{BB962C8B-B14F-4D97-AF65-F5344CB8AC3E}">
        <p14:creationId xmlns:p14="http://schemas.microsoft.com/office/powerpoint/2010/main" val="11787460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FE189D7-B945-4C6E-A732-12601E7AA3A8}" type="slidenum">
              <a:rPr lang="en-IE" smtClean="0"/>
              <a:t>20</a:t>
            </a:fld>
            <a:endParaRPr lang="en-IE" dirty="0"/>
          </a:p>
        </p:txBody>
      </p:sp>
    </p:spTree>
    <p:extLst>
      <p:ext uri="{BB962C8B-B14F-4D97-AF65-F5344CB8AC3E}">
        <p14:creationId xmlns:p14="http://schemas.microsoft.com/office/powerpoint/2010/main" val="38047805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D5505-FD91-1CE8-E477-5360682E21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37546-A2E9-9157-F1F0-3456018C33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F0C4EF-AFB8-6F75-5A3B-855248AA9811}"/>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D80941A5-070E-C847-9CE4-A38C703B6BED}"/>
              </a:ext>
            </a:extLst>
          </p:cNvPr>
          <p:cNvSpPr>
            <a:spLocks noGrp="1"/>
          </p:cNvSpPr>
          <p:nvPr>
            <p:ph type="sldNum" sz="quarter" idx="5"/>
          </p:nvPr>
        </p:nvSpPr>
        <p:spPr/>
        <p:txBody>
          <a:bodyPr/>
          <a:lstStyle/>
          <a:p>
            <a:fld id="{5FE189D7-B945-4C6E-A732-12601E7AA3A8}" type="slidenum">
              <a:rPr lang="en-IE" smtClean="0"/>
              <a:t>21</a:t>
            </a:fld>
            <a:endParaRPr lang="en-IE" dirty="0"/>
          </a:p>
        </p:txBody>
      </p:sp>
    </p:spTree>
    <p:extLst>
      <p:ext uri="{BB962C8B-B14F-4D97-AF65-F5344CB8AC3E}">
        <p14:creationId xmlns:p14="http://schemas.microsoft.com/office/powerpoint/2010/main" val="10783337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age">
    <p:spTree>
      <p:nvGrpSpPr>
        <p:cNvPr id="1" name=""/>
        <p:cNvGrpSpPr/>
        <p:nvPr/>
      </p:nvGrpSpPr>
      <p:grpSpPr>
        <a:xfrm>
          <a:off x="0" y="0"/>
          <a:ext cx="0" cy="0"/>
          <a:chOff x="0" y="0"/>
          <a:chExt cx="0" cy="0"/>
        </a:xfrm>
      </p:grpSpPr>
      <p:pic>
        <p:nvPicPr>
          <p:cNvPr id="3" name="Picture 2" descr="A large building in the background&#10;&#10;Description automatically generated">
            <a:extLst>
              <a:ext uri="{FF2B5EF4-FFF2-40B4-BE49-F238E27FC236}">
                <a16:creationId xmlns:a16="http://schemas.microsoft.com/office/drawing/2014/main" id="{8BB1F9A3-FC49-11A5-5506-1CF512E3EF2C}"/>
              </a:ext>
            </a:extLst>
          </p:cNvPr>
          <p:cNvPicPr>
            <a:picLocks noChangeAspect="1"/>
          </p:cNvPicPr>
          <p:nvPr/>
        </p:nvPicPr>
        <p:blipFill rotWithShape="1">
          <a:blip r:embed="rId2">
            <a:extLst>
              <a:ext uri="{28A0092B-C50C-407E-A947-70E740481C1C}">
                <a14:useLocalDpi xmlns:a14="http://schemas.microsoft.com/office/drawing/2010/main" val="0"/>
              </a:ext>
            </a:extLst>
          </a:blip>
          <a:srcRect l="1607" t="1724"/>
          <a:stretch/>
        </p:blipFill>
        <p:spPr>
          <a:xfrm>
            <a:off x="1" y="0"/>
            <a:ext cx="5672668" cy="5283200"/>
          </a:xfrm>
          <a:prstGeom prst="rect">
            <a:avLst/>
          </a:prstGeom>
        </p:spPr>
      </p:pic>
      <p:sp>
        <p:nvSpPr>
          <p:cNvPr id="4" name="TextBox 3">
            <a:extLst>
              <a:ext uri="{FF2B5EF4-FFF2-40B4-BE49-F238E27FC236}">
                <a16:creationId xmlns:a16="http://schemas.microsoft.com/office/drawing/2014/main" id="{2BF8DF73-B445-19EA-F403-0B8A3F5F09FE}"/>
              </a:ext>
            </a:extLst>
          </p:cNvPr>
          <p:cNvSpPr txBox="1"/>
          <p:nvPr/>
        </p:nvSpPr>
        <p:spPr>
          <a:xfrm>
            <a:off x="81481" y="6475088"/>
            <a:ext cx="2190938" cy="307777"/>
          </a:xfrm>
          <a:prstGeom prst="rect">
            <a:avLst/>
          </a:prstGeom>
          <a:noFill/>
        </p:spPr>
        <p:txBody>
          <a:bodyPr wrap="square" rtlCol="0">
            <a:spAutoFit/>
          </a:bodyPr>
          <a:lstStyle/>
          <a:p>
            <a:pPr algn="r"/>
            <a:r>
              <a:rPr lang="en-IE" sz="1400" dirty="0">
                <a:solidFill>
                  <a:schemeClr val="bg1"/>
                </a:solidFill>
              </a:rPr>
              <a:t>©CCT College Dublin 2022</a:t>
            </a:r>
          </a:p>
        </p:txBody>
      </p:sp>
      <p:sp>
        <p:nvSpPr>
          <p:cNvPr id="6" name="Title 1">
            <a:extLst>
              <a:ext uri="{FF2B5EF4-FFF2-40B4-BE49-F238E27FC236}">
                <a16:creationId xmlns:a16="http://schemas.microsoft.com/office/drawing/2014/main" id="{75ED56E6-F3BD-EEDC-4124-D09D80BF8523}"/>
              </a:ext>
            </a:extLst>
          </p:cNvPr>
          <p:cNvSpPr>
            <a:spLocks noGrp="1"/>
          </p:cNvSpPr>
          <p:nvPr>
            <p:ph type="ctrTitle"/>
          </p:nvPr>
        </p:nvSpPr>
        <p:spPr>
          <a:xfrm>
            <a:off x="5462336" y="2873517"/>
            <a:ext cx="6580159" cy="1521201"/>
          </a:xfrm>
          <a:prstGeom prst="rect">
            <a:avLst/>
          </a:prstGeom>
        </p:spPr>
        <p:txBody>
          <a:bodyPr>
            <a:noAutofit/>
          </a:bodyPr>
          <a:lstStyle/>
          <a:p>
            <a:r>
              <a:rPr lang="en-US" sz="2800" b="1">
                <a:solidFill>
                  <a:srgbClr val="000000"/>
                </a:solidFill>
                <a:effectLst/>
                <a:latin typeface="Calibri" panose="020F0502020204030204" pitchFamily="34" charset="0"/>
                <a:cs typeface="Arial" panose="020B0604020202020204" pitchFamily="34" charset="0"/>
              </a:rPr>
              <a:t>Click to edit Master title style</a:t>
            </a:r>
            <a:endParaRPr lang="en-IE" sz="2000" b="1" dirty="0"/>
          </a:p>
        </p:txBody>
      </p:sp>
    </p:spTree>
    <p:extLst>
      <p:ext uri="{BB962C8B-B14F-4D97-AF65-F5344CB8AC3E}">
        <p14:creationId xmlns:p14="http://schemas.microsoft.com/office/powerpoint/2010/main" val="3078589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pyright2">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127466AF-F1B3-388D-246D-4777C09EE6F8}"/>
              </a:ext>
            </a:extLst>
          </p:cNvPr>
          <p:cNvSpPr>
            <a:spLocks noGrp="1"/>
          </p:cNvSpPr>
          <p:nvPr>
            <p:ph type="title" idx="4294967295"/>
          </p:nvPr>
        </p:nvSpPr>
        <p:spPr>
          <a:xfrm>
            <a:off x="3692305" y="1853697"/>
            <a:ext cx="4807390" cy="3150606"/>
          </a:xfrm>
          <a:prstGeom prst="rect">
            <a:avLst/>
          </a:prstGeom>
          <a:ln w="19050">
            <a:solidFill>
              <a:schemeClr val="tx1"/>
            </a:solidFill>
          </a:ln>
        </p:spPr>
        <p:txBody>
          <a:bodyPr>
            <a:normAutofit/>
          </a:bodyPr>
          <a:lstStyle>
            <a:lvl1pPr>
              <a:defRPr>
                <a:solidFill>
                  <a:schemeClr val="tx1"/>
                </a:solidFill>
              </a:defRPr>
            </a:lvl1pPr>
          </a:lstStyle>
          <a:p>
            <a:pPr algn="ctr"/>
            <a:r>
              <a:rPr lang="en-US" sz="2400" b="1">
                <a:latin typeface="+mn-lt"/>
              </a:rPr>
              <a:t>Click to edit Master title style</a:t>
            </a:r>
            <a:endParaRPr lang="en-IE" sz="1800" dirty="0">
              <a:latin typeface="+mn-lt"/>
            </a:endParaRPr>
          </a:p>
        </p:txBody>
      </p:sp>
    </p:spTree>
    <p:extLst>
      <p:ext uri="{BB962C8B-B14F-4D97-AF65-F5344CB8AC3E}">
        <p14:creationId xmlns:p14="http://schemas.microsoft.com/office/powerpoint/2010/main" val="971565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pyright Notic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61D4E6-963A-5FEB-EC53-5CF02DABB41F}"/>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96CC67D4-0F8D-9CB6-0A7E-50D8EA0AC7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B60A4B70-30C4-36B5-B27D-3B47FFE14A3B}"/>
              </a:ext>
            </a:extLst>
          </p:cNvPr>
          <p:cNvSpPr>
            <a:spLocks noGrp="1"/>
          </p:cNvSpPr>
          <p:nvPr>
            <p:ph type="title" idx="4294967295"/>
          </p:nvPr>
        </p:nvSpPr>
        <p:spPr>
          <a:xfrm>
            <a:off x="3692305" y="1853697"/>
            <a:ext cx="4807390" cy="3150606"/>
          </a:xfrm>
          <a:prstGeom prst="rect">
            <a:avLst/>
          </a:prstGeom>
          <a:ln w="19050">
            <a:solidFill>
              <a:schemeClr val="tx1"/>
            </a:solidFill>
          </a:ln>
        </p:spPr>
        <p:txBody>
          <a:bodyPr>
            <a:normAutofit/>
          </a:bodyPr>
          <a:lstStyle>
            <a:lvl1pPr>
              <a:defRPr>
                <a:solidFill>
                  <a:schemeClr val="tx1"/>
                </a:solidFill>
              </a:defRPr>
            </a:lvl1pPr>
          </a:lstStyle>
          <a:p>
            <a:pPr algn="ctr"/>
            <a:r>
              <a:rPr lang="en-US" sz="2400" b="1">
                <a:latin typeface="+mn-lt"/>
              </a:rPr>
              <a:t>Click to edit Master title style</a:t>
            </a:r>
            <a:endParaRPr lang="en-IE" sz="1800" dirty="0">
              <a:latin typeface="+mn-lt"/>
            </a:endParaRPr>
          </a:p>
        </p:txBody>
      </p:sp>
    </p:spTree>
    <p:extLst>
      <p:ext uri="{BB962C8B-B14F-4D97-AF65-F5344CB8AC3E}">
        <p14:creationId xmlns:p14="http://schemas.microsoft.com/office/powerpoint/2010/main" val="1850297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DF5AD-BF38-4087-999C-5DBB647F6EF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E"/>
          </a:p>
        </p:txBody>
      </p:sp>
    </p:spTree>
    <p:extLst>
      <p:ext uri="{BB962C8B-B14F-4D97-AF65-F5344CB8AC3E}">
        <p14:creationId xmlns:p14="http://schemas.microsoft.com/office/powerpoint/2010/main" val="3981908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80792-4DD2-43E8-AD4E-3BDD44BB894D}"/>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IE" dirty="0"/>
          </a:p>
        </p:txBody>
      </p:sp>
      <p:sp>
        <p:nvSpPr>
          <p:cNvPr id="3" name="Subtitle 2">
            <a:extLst>
              <a:ext uri="{FF2B5EF4-FFF2-40B4-BE49-F238E27FC236}">
                <a16:creationId xmlns:a16="http://schemas.microsoft.com/office/drawing/2014/main" id="{0D4D5C5D-2030-4EB0-A45D-DB8EC7DE11A4}"/>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Tree>
    <p:extLst>
      <p:ext uri="{BB962C8B-B14F-4D97-AF65-F5344CB8AC3E}">
        <p14:creationId xmlns:p14="http://schemas.microsoft.com/office/powerpoint/2010/main" val="3098510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resentation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4A51119-D327-DF7D-A2DE-C775BB39B3D9}"/>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4" name="Picture 3" descr="A picture containing drawing&#10;&#10;Description automatically generated">
            <a:extLst>
              <a:ext uri="{FF2B5EF4-FFF2-40B4-BE49-F238E27FC236}">
                <a16:creationId xmlns:a16="http://schemas.microsoft.com/office/drawing/2014/main" id="{D56500A2-4183-30E5-47C7-7CC138FCC7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5" name="Title 5">
            <a:extLst>
              <a:ext uri="{FF2B5EF4-FFF2-40B4-BE49-F238E27FC236}">
                <a16:creationId xmlns:a16="http://schemas.microsoft.com/office/drawing/2014/main" id="{D1B21602-3D89-1346-DA22-334AE51D1059}"/>
              </a:ext>
            </a:extLst>
          </p:cNvPr>
          <p:cNvSpPr>
            <a:spLocks noGrp="1"/>
          </p:cNvSpPr>
          <p:nvPr>
            <p:ph type="title"/>
          </p:nvPr>
        </p:nvSpPr>
        <p:spPr>
          <a:xfrm>
            <a:off x="838200" y="365125"/>
            <a:ext cx="10515600" cy="1066633"/>
          </a:xfrm>
          <a:prstGeom prst="rect">
            <a:avLst/>
          </a:prstGeom>
        </p:spPr>
        <p:txBody>
          <a:bodyPr/>
          <a:lstStyle/>
          <a:p>
            <a:r>
              <a:rPr lang="en-US" b="1">
                <a:solidFill>
                  <a:schemeClr val="accent1"/>
                </a:solidFill>
              </a:rPr>
              <a:t>Click to edit Master title style</a:t>
            </a:r>
            <a:endParaRPr lang="en-IE" dirty="0">
              <a:solidFill>
                <a:schemeClr val="accent1"/>
              </a:solidFill>
            </a:endParaRPr>
          </a:p>
        </p:txBody>
      </p:sp>
      <p:sp>
        <p:nvSpPr>
          <p:cNvPr id="6" name="Content Placeholder 1">
            <a:extLst>
              <a:ext uri="{FF2B5EF4-FFF2-40B4-BE49-F238E27FC236}">
                <a16:creationId xmlns:a16="http://schemas.microsoft.com/office/drawing/2014/main" id="{FBEE5782-5533-0735-00B6-45E103EB9185}"/>
              </a:ext>
            </a:extLst>
          </p:cNvPr>
          <p:cNvSpPr>
            <a:spLocks noGrp="1"/>
          </p:cNvSpPr>
          <p:nvPr>
            <p:ph idx="1"/>
          </p:nvPr>
        </p:nvSpPr>
        <p:spPr>
          <a:xfrm>
            <a:off x="838200" y="1431759"/>
            <a:ext cx="10515600" cy="4745204"/>
          </a:xfrm>
        </p:spPr>
        <p:txBody>
          <a:bodyPr>
            <a:normAutofit/>
          </a:bodyPr>
          <a:lstStyle/>
          <a:p>
            <a:pPr marL="0" lvl="0" indent="0">
              <a:buNone/>
            </a:pPr>
            <a:r>
              <a:rPr lang="en-US"/>
              <a:t>Click to edit Master text styles</a:t>
            </a:r>
          </a:p>
        </p:txBody>
      </p:sp>
    </p:spTree>
    <p:extLst>
      <p:ext uri="{BB962C8B-B14F-4D97-AF65-F5344CB8AC3E}">
        <p14:creationId xmlns:p14="http://schemas.microsoft.com/office/powerpoint/2010/main" val="4184891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08CE625-FDE3-C211-56CD-DA9D0B2D889B}"/>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6" name="Picture 5" descr="A picture containing drawing&#10;&#10;Description automatically generated">
            <a:extLst>
              <a:ext uri="{FF2B5EF4-FFF2-40B4-BE49-F238E27FC236}">
                <a16:creationId xmlns:a16="http://schemas.microsoft.com/office/drawing/2014/main" id="{FCCE6D81-0493-588F-D37B-FF443FC4F6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Tree>
    <p:extLst>
      <p:ext uri="{BB962C8B-B14F-4D97-AF65-F5344CB8AC3E}">
        <p14:creationId xmlns:p14="http://schemas.microsoft.com/office/powerpoint/2010/main" val="21129238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Last Slide">
    <p:spTree>
      <p:nvGrpSpPr>
        <p:cNvPr id="1" name=""/>
        <p:cNvGrpSpPr/>
        <p:nvPr/>
      </p:nvGrpSpPr>
      <p:grpSpPr>
        <a:xfrm>
          <a:off x="0" y="0"/>
          <a:ext cx="0" cy="0"/>
          <a:chOff x="0" y="0"/>
          <a:chExt cx="0" cy="0"/>
        </a:xfrm>
      </p:grpSpPr>
      <p:pic>
        <p:nvPicPr>
          <p:cNvPr id="3" name="Picture 2" descr="A large building in the background&#10;&#10;Description automatically generated">
            <a:extLst>
              <a:ext uri="{FF2B5EF4-FFF2-40B4-BE49-F238E27FC236}">
                <a16:creationId xmlns:a16="http://schemas.microsoft.com/office/drawing/2014/main" id="{E0A4AEFD-941B-0456-F5A5-A05C670337B8}"/>
              </a:ext>
            </a:extLst>
          </p:cNvPr>
          <p:cNvPicPr>
            <a:picLocks noChangeAspect="1"/>
          </p:cNvPicPr>
          <p:nvPr/>
        </p:nvPicPr>
        <p:blipFill rotWithShape="1">
          <a:blip r:embed="rId2">
            <a:extLst>
              <a:ext uri="{28A0092B-C50C-407E-A947-70E740481C1C}">
                <a14:useLocalDpi xmlns:a14="http://schemas.microsoft.com/office/drawing/2010/main" val="0"/>
              </a:ext>
            </a:extLst>
          </a:blip>
          <a:srcRect l="1607" t="1724"/>
          <a:stretch/>
        </p:blipFill>
        <p:spPr>
          <a:xfrm>
            <a:off x="0" y="0"/>
            <a:ext cx="6220593" cy="5793506"/>
          </a:xfrm>
          <a:prstGeom prst="rect">
            <a:avLst/>
          </a:prstGeom>
        </p:spPr>
      </p:pic>
      <p:pic>
        <p:nvPicPr>
          <p:cNvPr id="4" name="Picture 3">
            <a:extLst>
              <a:ext uri="{FF2B5EF4-FFF2-40B4-BE49-F238E27FC236}">
                <a16:creationId xmlns:a16="http://schemas.microsoft.com/office/drawing/2014/main" id="{2AD1B4B3-96D6-D83D-175A-7EC87EAEBCC9}"/>
              </a:ext>
            </a:extLst>
          </p:cNvPr>
          <p:cNvPicPr>
            <a:picLocks noChangeAspect="1"/>
          </p:cNvPicPr>
          <p:nvPr/>
        </p:nvPicPr>
        <p:blipFill>
          <a:blip r:embed="rId3"/>
          <a:stretch>
            <a:fillRect/>
          </a:stretch>
        </p:blipFill>
        <p:spPr>
          <a:xfrm>
            <a:off x="7121122" y="2282836"/>
            <a:ext cx="3956168" cy="1705548"/>
          </a:xfrm>
          <a:prstGeom prst="rect">
            <a:avLst/>
          </a:prstGeom>
        </p:spPr>
      </p:pic>
    </p:spTree>
    <p:extLst>
      <p:ext uri="{BB962C8B-B14F-4D97-AF65-F5344CB8AC3E}">
        <p14:creationId xmlns:p14="http://schemas.microsoft.com/office/powerpoint/2010/main" val="1917565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99D05-B309-4CF2-9E9F-A33B65BEC93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A6B9FEE7-0E7F-4C28-B202-5A27AB38206B}"/>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Tree>
    <p:extLst>
      <p:ext uri="{BB962C8B-B14F-4D97-AF65-F5344CB8AC3E}">
        <p14:creationId xmlns:p14="http://schemas.microsoft.com/office/powerpoint/2010/main" val="2505131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C1403-8413-496B-AE26-0EA3F9CC097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22207E7F-1914-4338-B109-E9E252B2EC91}"/>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797864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AB192-72D9-494B-804A-6D0C02FF590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FFC14D28-4770-4C75-AF27-3FA18D6D0226}"/>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3F841742-217F-45FF-8F1F-F2EA5FCA7827}"/>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344D4F06-2B19-4DC1-A4F2-DE1205C63437}"/>
              </a:ext>
            </a:extLst>
          </p:cNvPr>
          <p:cNvSpPr>
            <a:spLocks noGrp="1"/>
          </p:cNvSpPr>
          <p:nvPr>
            <p:ph type="dt" sz="half" idx="10"/>
          </p:nvPr>
        </p:nvSpPr>
        <p:spPr>
          <a:xfrm>
            <a:off x="838200" y="6356350"/>
            <a:ext cx="2743200" cy="365125"/>
          </a:xfrm>
          <a:prstGeom prst="rect">
            <a:avLst/>
          </a:prstGeom>
        </p:spPr>
        <p:txBody>
          <a:bodyPr/>
          <a:lstStyle/>
          <a:p>
            <a:fld id="{DD6E75F0-70F2-4E88-B8FB-0F1306B5D884}" type="datetimeFigureOut">
              <a:rPr lang="en-IE" smtClean="0"/>
              <a:t>18/09/2024</a:t>
            </a:fld>
            <a:endParaRPr lang="en-IE"/>
          </a:p>
        </p:txBody>
      </p:sp>
      <p:sp>
        <p:nvSpPr>
          <p:cNvPr id="6" name="Footer Placeholder 5">
            <a:extLst>
              <a:ext uri="{FF2B5EF4-FFF2-40B4-BE49-F238E27FC236}">
                <a16:creationId xmlns:a16="http://schemas.microsoft.com/office/drawing/2014/main" id="{20A74D94-7B25-4225-918B-49FAA5F61F58}"/>
              </a:ext>
            </a:extLst>
          </p:cNvPr>
          <p:cNvSpPr>
            <a:spLocks noGrp="1"/>
          </p:cNvSpPr>
          <p:nvPr>
            <p:ph type="ftr" sz="quarter" idx="11"/>
          </p:nvPr>
        </p:nvSpPr>
        <p:spPr>
          <a:xfrm>
            <a:off x="4038600" y="6356350"/>
            <a:ext cx="4114800" cy="365125"/>
          </a:xfrm>
          <a:prstGeom prst="rect">
            <a:avLst/>
          </a:prstGeom>
        </p:spPr>
        <p:txBody>
          <a:bodyPr/>
          <a:lstStyle/>
          <a:p>
            <a:endParaRPr lang="en-IE"/>
          </a:p>
        </p:txBody>
      </p:sp>
      <p:sp>
        <p:nvSpPr>
          <p:cNvPr id="7" name="Slide Number Placeholder 6">
            <a:extLst>
              <a:ext uri="{FF2B5EF4-FFF2-40B4-BE49-F238E27FC236}">
                <a16:creationId xmlns:a16="http://schemas.microsoft.com/office/drawing/2014/main" id="{874219E1-2494-4C76-9430-8313F5D8F522}"/>
              </a:ext>
            </a:extLst>
          </p:cNvPr>
          <p:cNvSpPr>
            <a:spLocks noGrp="1"/>
          </p:cNvSpPr>
          <p:nvPr>
            <p:ph type="sldNum" sz="quarter" idx="12"/>
          </p:nvPr>
        </p:nvSpPr>
        <p:spPr>
          <a:xfrm>
            <a:off x="8610600" y="6356350"/>
            <a:ext cx="2743200" cy="365125"/>
          </a:xfrm>
          <a:prstGeom prst="rect">
            <a:avLst/>
          </a:prstGeom>
        </p:spPr>
        <p:txBody>
          <a:bodyPr/>
          <a:lstStyle/>
          <a:p>
            <a:fld id="{FA1BDEAB-ECE3-4854-B907-DE7DDAB6E2CC}" type="slidenum">
              <a:rPr lang="en-IE" smtClean="0"/>
              <a:t>‹#›</a:t>
            </a:fld>
            <a:endParaRPr lang="en-IE"/>
          </a:p>
        </p:txBody>
      </p:sp>
    </p:spTree>
    <p:extLst>
      <p:ext uri="{BB962C8B-B14F-4D97-AF65-F5344CB8AC3E}">
        <p14:creationId xmlns:p14="http://schemas.microsoft.com/office/powerpoint/2010/main" val="21534899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3318B-27DC-4767-A261-56AF72A39524}"/>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395AF1C4-66D0-43BD-8ABE-C4A8F54BBEC6}"/>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674BA8-3629-4A1C-A52B-755119FD16AA}"/>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10B7B061-3915-4D54-A8C7-78FB2A85AD6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3A875E-97AD-4322-85F8-9A970612F8C2}"/>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Tree>
    <p:extLst>
      <p:ext uri="{BB962C8B-B14F-4D97-AF65-F5344CB8AC3E}">
        <p14:creationId xmlns:p14="http://schemas.microsoft.com/office/powerpoint/2010/main" val="13667760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07BA5-E157-4E7F-BC7A-CB412A87404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60E60BA1-E38E-4346-8A9A-BD67509F1CCA}"/>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260A12E4-AD26-4442-AAE8-AD8E7E407C8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6152378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1DB80-9408-4EC1-8C20-80505438B87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D72F24E1-3D90-4F50-9438-EE18C8C14CCE}"/>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E" dirty="0"/>
          </a:p>
        </p:txBody>
      </p:sp>
      <p:sp>
        <p:nvSpPr>
          <p:cNvPr id="4" name="Text Placeholder 3">
            <a:extLst>
              <a:ext uri="{FF2B5EF4-FFF2-40B4-BE49-F238E27FC236}">
                <a16:creationId xmlns:a16="http://schemas.microsoft.com/office/drawing/2014/main" id="{E96A542F-58D1-4A08-A01A-56DEAAE122B4}"/>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917519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72545-F002-43EF-89BE-B7EC23E00A8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30038436-4068-4171-8621-2C5656C8EB21}"/>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Tree>
    <p:extLst>
      <p:ext uri="{BB962C8B-B14F-4D97-AF65-F5344CB8AC3E}">
        <p14:creationId xmlns:p14="http://schemas.microsoft.com/office/powerpoint/2010/main" val="24859993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4913E9-282C-4904-84D2-22AA33460162}"/>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5FB0D662-2685-416B-89C7-9563E8DC58B3}"/>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Tree>
    <p:extLst>
      <p:ext uri="{BB962C8B-B14F-4D97-AF65-F5344CB8AC3E}">
        <p14:creationId xmlns:p14="http://schemas.microsoft.com/office/powerpoint/2010/main" val="1411588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8606EB-E4F0-48DF-876F-EBC9A7CBD1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dirty="0"/>
          </a:p>
        </p:txBody>
      </p:sp>
      <p:sp>
        <p:nvSpPr>
          <p:cNvPr id="3" name="Text Placeholder 2">
            <a:extLst>
              <a:ext uri="{FF2B5EF4-FFF2-40B4-BE49-F238E27FC236}">
                <a16:creationId xmlns:a16="http://schemas.microsoft.com/office/drawing/2014/main" id="{F193B426-6E3D-4483-BE6A-0D2621F462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3">
            <a:extLst>
              <a:ext uri="{FF2B5EF4-FFF2-40B4-BE49-F238E27FC236}">
                <a16:creationId xmlns:a16="http://schemas.microsoft.com/office/drawing/2014/main" id="{0E292D89-72E0-8AD4-83AD-2DEF1E457887}"/>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CCT Logo">
            <a:extLst>
              <a:ext uri="{FF2B5EF4-FFF2-40B4-BE49-F238E27FC236}">
                <a16:creationId xmlns:a16="http://schemas.microsoft.com/office/drawing/2014/main" id="{517E781C-6D19-B4C9-18A7-005F7FA02235}"/>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Tree>
    <p:extLst>
      <p:ext uri="{BB962C8B-B14F-4D97-AF65-F5344CB8AC3E}">
        <p14:creationId xmlns:p14="http://schemas.microsoft.com/office/powerpoint/2010/main" val="40328761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9.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6.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6.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6.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6.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25.png"/><Relationship Id="rId4" Type="http://schemas.openxmlformats.org/officeDocument/2006/relationships/hyperlink" Target="https://data.gov.ie/edpelearning/en/module4/#/id/co-01"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large building in the background&#10;&#10;Description automatically generated">
            <a:extLst>
              <a:ext uri="{FF2B5EF4-FFF2-40B4-BE49-F238E27FC236}">
                <a16:creationId xmlns:a16="http://schemas.microsoft.com/office/drawing/2014/main" id="{A7CE57C3-994F-48B6-853A-246BB3DE0D91}"/>
              </a:ext>
            </a:extLst>
          </p:cNvPr>
          <p:cNvPicPr>
            <a:picLocks noChangeAspect="1"/>
          </p:cNvPicPr>
          <p:nvPr/>
        </p:nvPicPr>
        <p:blipFill rotWithShape="1">
          <a:blip r:embed="rId2">
            <a:extLst>
              <a:ext uri="{28A0092B-C50C-407E-A947-70E740481C1C}">
                <a14:useLocalDpi xmlns:a14="http://schemas.microsoft.com/office/drawing/2010/main" val="0"/>
              </a:ext>
            </a:extLst>
          </a:blip>
          <a:srcRect l="1607" t="1724"/>
          <a:stretch/>
        </p:blipFill>
        <p:spPr>
          <a:xfrm>
            <a:off x="1" y="0"/>
            <a:ext cx="5672668" cy="5283200"/>
          </a:xfrm>
          <a:prstGeom prst="rect">
            <a:avLst/>
          </a:prstGeom>
        </p:spPr>
      </p:pic>
      <p:sp>
        <p:nvSpPr>
          <p:cNvPr id="4" name="Title 1">
            <a:extLst>
              <a:ext uri="{FF2B5EF4-FFF2-40B4-BE49-F238E27FC236}">
                <a16:creationId xmlns:a16="http://schemas.microsoft.com/office/drawing/2014/main" id="{F017EDB3-A8D0-45F0-BAC2-8905FE5F05F5}"/>
              </a:ext>
            </a:extLst>
          </p:cNvPr>
          <p:cNvSpPr>
            <a:spLocks noGrp="1"/>
          </p:cNvSpPr>
          <p:nvPr>
            <p:ph type="ctrTitle"/>
          </p:nvPr>
        </p:nvSpPr>
        <p:spPr>
          <a:xfrm>
            <a:off x="5462336" y="2873517"/>
            <a:ext cx="6580159" cy="1521201"/>
          </a:xfrm>
        </p:spPr>
        <p:txBody>
          <a:bodyPr>
            <a:noAutofit/>
          </a:bodyPr>
          <a:lstStyle/>
          <a:p>
            <a:r>
              <a:rPr lang="en-GB" sz="2800" b="1" dirty="0">
                <a:solidFill>
                  <a:srgbClr val="000000"/>
                </a:solidFill>
                <a:latin typeface="Calibri" panose="020F0502020204030204" pitchFamily="34" charset="0"/>
                <a:ea typeface="Times New Roman" panose="02020603050405020304" pitchFamily="18" charset="0"/>
                <a:cs typeface="Arial" panose="020B0604020202020204" pitchFamily="34" charset="0"/>
              </a:rPr>
              <a:t>Legal, Ethical and Regulatory Constraints</a:t>
            </a:r>
            <a:br>
              <a:rPr lang="en-IE" sz="2000" dirty="0">
                <a:solidFill>
                  <a:srgbClr val="000000"/>
                </a:solidFill>
                <a:effectLst/>
                <a:latin typeface="Arial" panose="020B0604020202020204" pitchFamily="34" charset="0"/>
                <a:ea typeface="Calibri" panose="020F0502020204030204" pitchFamily="34" charset="0"/>
              </a:rPr>
            </a:br>
            <a:br>
              <a:rPr lang="en-IE" sz="2000" dirty="0">
                <a:solidFill>
                  <a:srgbClr val="000000"/>
                </a:solidFill>
                <a:effectLst/>
                <a:latin typeface="Arial" panose="020B0604020202020204" pitchFamily="34" charset="0"/>
                <a:ea typeface="Calibri" panose="020F0502020204030204" pitchFamily="34" charset="0"/>
              </a:rPr>
            </a:br>
            <a:endParaRPr lang="en-IE" sz="2000" b="1" dirty="0"/>
          </a:p>
        </p:txBody>
      </p:sp>
    </p:spTree>
    <p:extLst>
      <p:ext uri="{BB962C8B-B14F-4D97-AF65-F5344CB8AC3E}">
        <p14:creationId xmlns:p14="http://schemas.microsoft.com/office/powerpoint/2010/main" val="4047597862"/>
      </p:ext>
    </p:extLst>
  </p:cSld>
  <p:clrMapOvr>
    <a:masterClrMapping/>
  </p:clrMapOvr>
  <mc:AlternateContent xmlns:mc="http://schemas.openxmlformats.org/markup-compatibility/2006" xmlns:p14="http://schemas.microsoft.com/office/powerpoint/2010/main">
    <mc:Choice Requires="p14">
      <p:transition spd="slow" p14:dur="2000" advTm="17927"/>
    </mc:Choice>
    <mc:Fallback xmlns="">
      <p:transition spd="slow" advTm="1792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idx="4294967295"/>
          </p:nvPr>
        </p:nvSpPr>
        <p:spPr>
          <a:xfrm>
            <a:off x="3692525" y="1853406"/>
            <a:ext cx="4806950" cy="3151188"/>
          </a:xfrm>
          <a:ln w="19050">
            <a:solidFill>
              <a:schemeClr val="tx1"/>
            </a:solidFill>
          </a:ln>
        </p:spPr>
        <p:txBody>
          <a:bodyPr>
            <a:normAutofit/>
          </a:bodyPr>
          <a:lstStyle/>
          <a:p>
            <a:pPr algn="ctr"/>
            <a:r>
              <a:rPr lang="en-IE" sz="2400" b="1" dirty="0">
                <a:latin typeface="+mn-lt"/>
              </a:rPr>
              <a:t>Copyright Notice</a:t>
            </a:r>
            <a:br>
              <a:rPr lang="en-IE" sz="2400" dirty="0">
                <a:latin typeface="+mn-lt"/>
              </a:rPr>
            </a:br>
            <a:r>
              <a:rPr lang="en-IE" sz="1800" dirty="0">
                <a:latin typeface="+mn-lt"/>
              </a:rPr>
              <a:t>The following material has been communicated to you by or on behalf of CCT College Dublin in accordance with the Copyright and Related Rights Act 2000 (the Act).</a:t>
            </a:r>
            <a:br>
              <a:rPr lang="en-IE" sz="1800" dirty="0">
                <a:latin typeface="+mn-lt"/>
              </a:rPr>
            </a:br>
            <a:r>
              <a:rPr lang="en-IE" sz="1800" dirty="0">
                <a:latin typeface="+mn-lt"/>
              </a:rPr>
              <a:t>The material may be subject to copyright under the Act and any further reproduction, communication or distribution of this material must be in accordance with the Act.</a:t>
            </a:r>
            <a:br>
              <a:rPr lang="en-IE" sz="1800" dirty="0">
                <a:latin typeface="+mn-lt"/>
              </a:rPr>
            </a:br>
            <a:br>
              <a:rPr lang="en-IE" sz="1800" dirty="0">
                <a:latin typeface="+mn-lt"/>
              </a:rPr>
            </a:br>
            <a:r>
              <a:rPr lang="en-IE" sz="1200" b="1" dirty="0">
                <a:latin typeface="+mn-lt"/>
              </a:rPr>
              <a:t>Do not remove this notice</a:t>
            </a:r>
            <a:endParaRPr lang="en-IE" sz="1800" dirty="0">
              <a:latin typeface="+mn-lt"/>
            </a:endParaRPr>
          </a:p>
        </p:txBody>
      </p:sp>
    </p:spTree>
    <p:extLst>
      <p:ext uri="{BB962C8B-B14F-4D97-AF65-F5344CB8AC3E}">
        <p14:creationId xmlns:p14="http://schemas.microsoft.com/office/powerpoint/2010/main" val="520454138"/>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Data Licensing</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r>
              <a:rPr lang="en-IE" dirty="0"/>
              <a:t>Data Ownership and Use</a:t>
            </a:r>
          </a:p>
          <a:p>
            <a:r>
              <a:rPr lang="en-IE" dirty="0"/>
              <a:t>Confidentially of the Data.</a:t>
            </a:r>
          </a:p>
          <a:p>
            <a:r>
              <a:rPr lang="en-IE" dirty="0"/>
              <a:t>GDPR</a:t>
            </a:r>
          </a:p>
          <a:p>
            <a:r>
              <a:rPr lang="en-IE" dirty="0"/>
              <a:t>Use of the data</a:t>
            </a:r>
          </a:p>
          <a:p>
            <a:pPr lvl="1"/>
            <a:r>
              <a:rPr lang="en-IE" dirty="0"/>
              <a:t>Commercial</a:t>
            </a:r>
          </a:p>
          <a:p>
            <a:pPr lvl="1"/>
            <a:r>
              <a:rPr lang="en-IE" dirty="0"/>
              <a:t>Academic</a:t>
            </a:r>
          </a:p>
          <a:p>
            <a:pPr lvl="1"/>
            <a:r>
              <a:rPr lang="en-IE" dirty="0"/>
              <a:t>Research</a:t>
            </a:r>
          </a:p>
          <a:p>
            <a:pPr lvl="1"/>
            <a:r>
              <a:rPr lang="en-IE" dirty="0"/>
              <a:t>Personal Use</a:t>
            </a:r>
          </a:p>
          <a:p>
            <a:pPr marL="0" indent="0">
              <a:buNone/>
            </a:pPr>
            <a:endParaRPr lang="en-IE" dirty="0"/>
          </a:p>
        </p:txBody>
      </p:sp>
    </p:spTree>
    <p:extLst>
      <p:ext uri="{BB962C8B-B14F-4D97-AF65-F5344CB8AC3E}">
        <p14:creationId xmlns:p14="http://schemas.microsoft.com/office/powerpoint/2010/main" val="2242756483"/>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08E3D-F122-37F3-8759-3328A2317B8C}"/>
              </a:ext>
            </a:extLst>
          </p:cNvPr>
          <p:cNvSpPr>
            <a:spLocks noGrp="1"/>
          </p:cNvSpPr>
          <p:nvPr>
            <p:ph type="title"/>
          </p:nvPr>
        </p:nvSpPr>
        <p:spPr>
          <a:xfrm>
            <a:off x="838200" y="365127"/>
            <a:ext cx="10515600" cy="1325563"/>
          </a:xfrm>
        </p:spPr>
        <p:txBody>
          <a:bodyPr anchor="ctr">
            <a:normAutofit/>
          </a:bodyPr>
          <a:lstStyle/>
          <a:p>
            <a:r>
              <a:rPr lang="en-IE" dirty="0"/>
              <a:t>Introduction to GDPR</a:t>
            </a:r>
          </a:p>
        </p:txBody>
      </p:sp>
      <p:graphicFrame>
        <p:nvGraphicFramePr>
          <p:cNvPr id="5" name="Content Placeholder 2">
            <a:extLst>
              <a:ext uri="{FF2B5EF4-FFF2-40B4-BE49-F238E27FC236}">
                <a16:creationId xmlns:a16="http://schemas.microsoft.com/office/drawing/2014/main" id="{D77FD0E0-4B2B-0386-41D3-59C2C178AA14}"/>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35414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08E3D-F122-37F3-8759-3328A2317B8C}"/>
              </a:ext>
            </a:extLst>
          </p:cNvPr>
          <p:cNvSpPr>
            <a:spLocks noGrp="1"/>
          </p:cNvSpPr>
          <p:nvPr>
            <p:ph type="title"/>
          </p:nvPr>
        </p:nvSpPr>
        <p:spPr>
          <a:xfrm>
            <a:off x="838200" y="365127"/>
            <a:ext cx="10515600" cy="1066633"/>
          </a:xfrm>
        </p:spPr>
        <p:txBody>
          <a:bodyPr anchor="ctr">
            <a:normAutofit/>
          </a:bodyPr>
          <a:lstStyle/>
          <a:p>
            <a:r>
              <a:rPr lang="en-IE" dirty="0"/>
              <a:t>Scope of GDPR</a:t>
            </a:r>
          </a:p>
        </p:txBody>
      </p:sp>
      <p:graphicFrame>
        <p:nvGraphicFramePr>
          <p:cNvPr id="5" name="Content Placeholder 2">
            <a:extLst>
              <a:ext uri="{FF2B5EF4-FFF2-40B4-BE49-F238E27FC236}">
                <a16:creationId xmlns:a16="http://schemas.microsoft.com/office/drawing/2014/main" id="{D77FD0E0-4B2B-0386-41D3-59C2C178AA14}"/>
              </a:ext>
            </a:extLst>
          </p:cNvPr>
          <p:cNvGraphicFramePr>
            <a:graphicFrameLocks noGrp="1"/>
          </p:cNvGraphicFramePr>
          <p:nvPr>
            <p:ph idx="1"/>
          </p:nvPr>
        </p:nvGraphicFramePr>
        <p:xfrm>
          <a:off x="838200" y="1431759"/>
          <a:ext cx="10515600" cy="47452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57885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08E3D-F122-37F3-8759-3328A2317B8C}"/>
              </a:ext>
            </a:extLst>
          </p:cNvPr>
          <p:cNvSpPr>
            <a:spLocks noGrp="1"/>
          </p:cNvSpPr>
          <p:nvPr>
            <p:ph type="title"/>
          </p:nvPr>
        </p:nvSpPr>
        <p:spPr>
          <a:xfrm>
            <a:off x="838200" y="365127"/>
            <a:ext cx="10515600" cy="1066633"/>
          </a:xfrm>
        </p:spPr>
        <p:txBody>
          <a:bodyPr anchor="ctr">
            <a:normAutofit/>
          </a:bodyPr>
          <a:lstStyle/>
          <a:p>
            <a:r>
              <a:rPr lang="en-IE" dirty="0"/>
              <a:t>Rights of Data Subjects</a:t>
            </a:r>
          </a:p>
        </p:txBody>
      </p:sp>
      <p:graphicFrame>
        <p:nvGraphicFramePr>
          <p:cNvPr id="6" name="Content Placeholder 3">
            <a:extLst>
              <a:ext uri="{FF2B5EF4-FFF2-40B4-BE49-F238E27FC236}">
                <a16:creationId xmlns:a16="http://schemas.microsoft.com/office/drawing/2014/main" id="{25BD819E-9BEF-2EB5-0325-CD3B75A0B8C6}"/>
              </a:ext>
            </a:extLst>
          </p:cNvPr>
          <p:cNvGraphicFramePr>
            <a:graphicFrameLocks noGrp="1"/>
          </p:cNvGraphicFramePr>
          <p:nvPr>
            <p:ph idx="1"/>
          </p:nvPr>
        </p:nvGraphicFramePr>
        <p:xfrm>
          <a:off x="838200" y="1431759"/>
          <a:ext cx="10515600" cy="47452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66947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08E3D-F122-37F3-8759-3328A2317B8C}"/>
              </a:ext>
            </a:extLst>
          </p:cNvPr>
          <p:cNvSpPr>
            <a:spLocks noGrp="1"/>
          </p:cNvSpPr>
          <p:nvPr>
            <p:ph type="title"/>
          </p:nvPr>
        </p:nvSpPr>
        <p:spPr>
          <a:xfrm>
            <a:off x="838200" y="365127"/>
            <a:ext cx="10515600" cy="1066633"/>
          </a:xfrm>
        </p:spPr>
        <p:txBody>
          <a:bodyPr anchor="ctr">
            <a:normAutofit/>
          </a:bodyPr>
          <a:lstStyle/>
          <a:p>
            <a:r>
              <a:rPr lang="en-IE" dirty="0"/>
              <a:t>Data Controllers and Data Processors</a:t>
            </a:r>
          </a:p>
        </p:txBody>
      </p:sp>
      <p:graphicFrame>
        <p:nvGraphicFramePr>
          <p:cNvPr id="5" name="Content Placeholder 2">
            <a:extLst>
              <a:ext uri="{FF2B5EF4-FFF2-40B4-BE49-F238E27FC236}">
                <a16:creationId xmlns:a16="http://schemas.microsoft.com/office/drawing/2014/main" id="{D77FD0E0-4B2B-0386-41D3-59C2C178AA14}"/>
              </a:ext>
            </a:extLst>
          </p:cNvPr>
          <p:cNvGraphicFramePr>
            <a:graphicFrameLocks noGrp="1"/>
          </p:cNvGraphicFramePr>
          <p:nvPr>
            <p:ph idx="1"/>
          </p:nvPr>
        </p:nvGraphicFramePr>
        <p:xfrm>
          <a:off x="838200" y="1431759"/>
          <a:ext cx="10515600" cy="47452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19207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91551-C0EB-10EC-0E37-AF97336ACD6C}"/>
              </a:ext>
            </a:extLst>
          </p:cNvPr>
          <p:cNvSpPr>
            <a:spLocks noGrp="1"/>
          </p:cNvSpPr>
          <p:nvPr>
            <p:ph type="title"/>
          </p:nvPr>
        </p:nvSpPr>
        <p:spPr>
          <a:xfrm>
            <a:off x="838200" y="365127"/>
            <a:ext cx="10515600" cy="1325563"/>
          </a:xfrm>
        </p:spPr>
        <p:txBody>
          <a:bodyPr anchor="ctr">
            <a:normAutofit/>
          </a:bodyPr>
          <a:lstStyle/>
          <a:p>
            <a:r>
              <a:rPr lang="en-IE" dirty="0"/>
              <a:t>Lawful Processing of Personal Data</a:t>
            </a:r>
          </a:p>
        </p:txBody>
      </p:sp>
      <p:sp>
        <p:nvSpPr>
          <p:cNvPr id="3" name="Content Placeholder 2">
            <a:extLst>
              <a:ext uri="{FF2B5EF4-FFF2-40B4-BE49-F238E27FC236}">
                <a16:creationId xmlns:a16="http://schemas.microsoft.com/office/drawing/2014/main" id="{E4F7D600-005F-E794-3E3B-BED7246B14E8}"/>
              </a:ext>
            </a:extLst>
          </p:cNvPr>
          <p:cNvSpPr>
            <a:spLocks noGrp="1"/>
          </p:cNvSpPr>
          <p:nvPr>
            <p:ph idx="1"/>
          </p:nvPr>
        </p:nvSpPr>
        <p:spPr>
          <a:xfrm>
            <a:off x="838200" y="1825625"/>
            <a:ext cx="10515600" cy="4351338"/>
          </a:xfrm>
        </p:spPr>
        <p:txBody>
          <a:bodyPr>
            <a:normAutofit/>
          </a:bodyPr>
          <a:lstStyle/>
          <a:p>
            <a:r>
              <a:rPr lang="en-IE" dirty="0"/>
              <a:t>Consent under GDPR</a:t>
            </a:r>
          </a:p>
          <a:p>
            <a:r>
              <a:rPr lang="en-IE" dirty="0"/>
              <a:t>Legitimate interests</a:t>
            </a:r>
          </a:p>
          <a:p>
            <a:r>
              <a:rPr lang="en-IE" dirty="0"/>
              <a:t>Contractual necessity</a:t>
            </a:r>
          </a:p>
          <a:p>
            <a:r>
              <a:rPr lang="en-IE" dirty="0"/>
              <a:t>Legal obligations</a:t>
            </a:r>
          </a:p>
          <a:p>
            <a:r>
              <a:rPr lang="en-IE" dirty="0"/>
              <a:t>Vital interests</a:t>
            </a:r>
          </a:p>
          <a:p>
            <a:r>
              <a:rPr lang="en-IE" dirty="0"/>
              <a:t>Public task</a:t>
            </a:r>
          </a:p>
          <a:p>
            <a:r>
              <a:rPr lang="en-IE" dirty="0"/>
              <a:t>Consent management and withdrawal</a:t>
            </a:r>
          </a:p>
        </p:txBody>
      </p:sp>
    </p:spTree>
    <p:extLst>
      <p:ext uri="{BB962C8B-B14F-4D97-AF65-F5344CB8AC3E}">
        <p14:creationId xmlns:p14="http://schemas.microsoft.com/office/powerpoint/2010/main" val="1774782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45ED7-3E51-68C6-CC8A-57161B504514}"/>
              </a:ext>
            </a:extLst>
          </p:cNvPr>
          <p:cNvSpPr>
            <a:spLocks noGrp="1"/>
          </p:cNvSpPr>
          <p:nvPr>
            <p:ph type="title"/>
          </p:nvPr>
        </p:nvSpPr>
        <p:spPr>
          <a:xfrm>
            <a:off x="838200" y="365127"/>
            <a:ext cx="10515600" cy="1325563"/>
          </a:xfrm>
        </p:spPr>
        <p:txBody>
          <a:bodyPr anchor="ctr">
            <a:normAutofit/>
          </a:bodyPr>
          <a:lstStyle/>
          <a:p>
            <a:r>
              <a:rPr lang="en-IE" dirty="0"/>
              <a:t>Data Protection Impact Assessments (DPIAs)</a:t>
            </a:r>
          </a:p>
        </p:txBody>
      </p:sp>
      <p:graphicFrame>
        <p:nvGraphicFramePr>
          <p:cNvPr id="5" name="Content Placeholder 2">
            <a:extLst>
              <a:ext uri="{FF2B5EF4-FFF2-40B4-BE49-F238E27FC236}">
                <a16:creationId xmlns:a16="http://schemas.microsoft.com/office/drawing/2014/main" id="{7BF94C36-2445-3D18-59C1-6EB56CD21510}"/>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26812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AA812-F765-F279-1AAF-B78D3F80CACF}"/>
              </a:ext>
            </a:extLst>
          </p:cNvPr>
          <p:cNvSpPr>
            <a:spLocks noGrp="1"/>
          </p:cNvSpPr>
          <p:nvPr>
            <p:ph type="title"/>
          </p:nvPr>
        </p:nvSpPr>
        <p:spPr>
          <a:xfrm>
            <a:off x="838200" y="365127"/>
            <a:ext cx="10515600" cy="1066633"/>
          </a:xfrm>
        </p:spPr>
        <p:txBody>
          <a:bodyPr anchor="ctr">
            <a:normAutofit/>
          </a:bodyPr>
          <a:lstStyle/>
          <a:p>
            <a:r>
              <a:rPr lang="en-IE" dirty="0"/>
              <a:t>Data Breach Notification</a:t>
            </a:r>
          </a:p>
        </p:txBody>
      </p:sp>
      <p:graphicFrame>
        <p:nvGraphicFramePr>
          <p:cNvPr id="5" name="Content Placeholder 2">
            <a:extLst>
              <a:ext uri="{FF2B5EF4-FFF2-40B4-BE49-F238E27FC236}">
                <a16:creationId xmlns:a16="http://schemas.microsoft.com/office/drawing/2014/main" id="{3BCF4384-0D72-88F2-C6FA-F61CF1DD45C5}"/>
              </a:ext>
            </a:extLst>
          </p:cNvPr>
          <p:cNvGraphicFramePr>
            <a:graphicFrameLocks noGrp="1"/>
          </p:cNvGraphicFramePr>
          <p:nvPr>
            <p:ph idx="1"/>
          </p:nvPr>
        </p:nvGraphicFramePr>
        <p:xfrm>
          <a:off x="838200" y="1431759"/>
          <a:ext cx="10515600" cy="47452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61706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7BD63-9A88-C8D6-EB0D-B3A1BDD66284}"/>
              </a:ext>
            </a:extLst>
          </p:cNvPr>
          <p:cNvSpPr>
            <a:spLocks noGrp="1"/>
          </p:cNvSpPr>
          <p:nvPr>
            <p:ph type="title"/>
          </p:nvPr>
        </p:nvSpPr>
        <p:spPr>
          <a:xfrm>
            <a:off x="838200" y="365127"/>
            <a:ext cx="10515600" cy="1066633"/>
          </a:xfrm>
        </p:spPr>
        <p:txBody>
          <a:bodyPr anchor="ctr">
            <a:normAutofit/>
          </a:bodyPr>
          <a:lstStyle/>
          <a:p>
            <a:r>
              <a:rPr lang="en-IE" dirty="0"/>
              <a:t>Data Protection Officers (DPOs)</a:t>
            </a:r>
          </a:p>
        </p:txBody>
      </p:sp>
      <p:graphicFrame>
        <p:nvGraphicFramePr>
          <p:cNvPr id="5" name="Content Placeholder 2">
            <a:extLst>
              <a:ext uri="{FF2B5EF4-FFF2-40B4-BE49-F238E27FC236}">
                <a16:creationId xmlns:a16="http://schemas.microsoft.com/office/drawing/2014/main" id="{C31C2C3E-B38C-9BBF-918A-9B97FEAA9EB4}"/>
              </a:ext>
            </a:extLst>
          </p:cNvPr>
          <p:cNvGraphicFramePr>
            <a:graphicFrameLocks noGrp="1"/>
          </p:cNvGraphicFramePr>
          <p:nvPr>
            <p:ph idx="1"/>
          </p:nvPr>
        </p:nvGraphicFramePr>
        <p:xfrm>
          <a:off x="838200" y="1431759"/>
          <a:ext cx="10515600" cy="47452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91662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89244-D097-5AD0-9463-F27045A3F085}"/>
              </a:ext>
            </a:extLst>
          </p:cNvPr>
          <p:cNvSpPr>
            <a:spLocks noGrp="1"/>
          </p:cNvSpPr>
          <p:nvPr>
            <p:ph type="title"/>
          </p:nvPr>
        </p:nvSpPr>
        <p:spPr>
          <a:xfrm>
            <a:off x="838200" y="365127"/>
            <a:ext cx="10515600" cy="1066633"/>
          </a:xfrm>
        </p:spPr>
        <p:txBody>
          <a:bodyPr anchor="ctr">
            <a:normAutofit/>
          </a:bodyPr>
          <a:lstStyle/>
          <a:p>
            <a:r>
              <a:rPr lang="en-IE" dirty="0"/>
              <a:t>Practical Implementation of GDPR</a:t>
            </a:r>
          </a:p>
        </p:txBody>
      </p:sp>
      <p:graphicFrame>
        <p:nvGraphicFramePr>
          <p:cNvPr id="5" name="Content Placeholder 2">
            <a:extLst>
              <a:ext uri="{FF2B5EF4-FFF2-40B4-BE49-F238E27FC236}">
                <a16:creationId xmlns:a16="http://schemas.microsoft.com/office/drawing/2014/main" id="{9EB3494C-1F27-B69F-F808-E4AE9F6ADCEF}"/>
              </a:ext>
            </a:extLst>
          </p:cNvPr>
          <p:cNvGraphicFramePr>
            <a:graphicFrameLocks noGrp="1"/>
          </p:cNvGraphicFramePr>
          <p:nvPr>
            <p:ph idx="1"/>
          </p:nvPr>
        </p:nvGraphicFramePr>
        <p:xfrm>
          <a:off x="838200" y="1431759"/>
          <a:ext cx="10515600" cy="47452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1307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560C8-9FC3-D856-2871-323112809B3D}"/>
              </a:ext>
            </a:extLst>
          </p:cNvPr>
          <p:cNvSpPr>
            <a:spLocks noGrp="1"/>
          </p:cNvSpPr>
          <p:nvPr>
            <p:ph type="title"/>
          </p:nvPr>
        </p:nvSpPr>
        <p:spPr>
          <a:xfrm>
            <a:off x="838200" y="365127"/>
            <a:ext cx="10515600" cy="1066633"/>
          </a:xfrm>
        </p:spPr>
        <p:txBody>
          <a:bodyPr anchor="ctr">
            <a:normAutofit/>
          </a:bodyPr>
          <a:lstStyle/>
          <a:p>
            <a:r>
              <a:rPr lang="en-IE" dirty="0"/>
              <a:t>GDPR in a Changing Landscape</a:t>
            </a:r>
          </a:p>
        </p:txBody>
      </p:sp>
      <p:graphicFrame>
        <p:nvGraphicFramePr>
          <p:cNvPr id="5" name="Content Placeholder 2">
            <a:extLst>
              <a:ext uri="{FF2B5EF4-FFF2-40B4-BE49-F238E27FC236}">
                <a16:creationId xmlns:a16="http://schemas.microsoft.com/office/drawing/2014/main" id="{C9525065-95BE-4444-E6C8-00CC416FAC5C}"/>
              </a:ext>
            </a:extLst>
          </p:cNvPr>
          <p:cNvGraphicFramePr>
            <a:graphicFrameLocks noGrp="1"/>
          </p:cNvGraphicFramePr>
          <p:nvPr>
            <p:ph idx="1"/>
          </p:nvPr>
        </p:nvGraphicFramePr>
        <p:xfrm>
          <a:off x="838200" y="1431759"/>
          <a:ext cx="10515600" cy="47452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08082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Data Use</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pPr algn="l">
              <a:buFont typeface="Arial" panose="020B0604020202020204" pitchFamily="34" charset="0"/>
              <a:buChar char="•"/>
            </a:pPr>
            <a:r>
              <a:rPr lang="en-US" b="0" i="0" dirty="0">
                <a:solidFill>
                  <a:srgbClr val="404040"/>
                </a:solidFill>
                <a:effectLst/>
                <a:latin typeface="Knowledge2017"/>
              </a:rPr>
              <a:t>Prohibits the vendor from using the customer's data, except as necessary to provide the services or perform its other contractual obligations</a:t>
            </a:r>
          </a:p>
          <a:p>
            <a:pPr algn="l">
              <a:buFont typeface="Arial" panose="020B0604020202020204" pitchFamily="34" charset="0"/>
              <a:buChar char="•"/>
            </a:pPr>
            <a:r>
              <a:rPr lang="en-US" b="0" i="0" dirty="0">
                <a:solidFill>
                  <a:srgbClr val="404040"/>
                </a:solidFill>
                <a:effectLst/>
                <a:latin typeface="Knowledge2017"/>
              </a:rPr>
              <a:t>Specifies which, if any, uses of the customer's data are permitted</a:t>
            </a:r>
          </a:p>
          <a:p>
            <a:pPr algn="l">
              <a:buFont typeface="Arial" panose="020B0604020202020204" pitchFamily="34" charset="0"/>
              <a:buChar char="•"/>
            </a:pPr>
            <a:r>
              <a:rPr lang="en-US" b="0" i="0" dirty="0">
                <a:solidFill>
                  <a:srgbClr val="404040"/>
                </a:solidFill>
                <a:effectLst/>
                <a:latin typeface="Knowledge2017"/>
              </a:rPr>
              <a:t>Requires that the vendor maintain the confidentiality and security of the customer's data</a:t>
            </a:r>
          </a:p>
          <a:p>
            <a:pPr algn="l">
              <a:buFont typeface="Arial" panose="020B0604020202020204" pitchFamily="34" charset="0"/>
              <a:buChar char="•"/>
            </a:pPr>
            <a:r>
              <a:rPr lang="en-US" b="0" i="0" dirty="0">
                <a:solidFill>
                  <a:srgbClr val="404040"/>
                </a:solidFill>
                <a:effectLst/>
                <a:latin typeface="Knowledge2017"/>
              </a:rPr>
              <a:t>Requires the vendor to promise that it will not use or attempt to use customer data in any other manner or for any other purpose</a:t>
            </a:r>
          </a:p>
          <a:p>
            <a:pPr marL="0" indent="0">
              <a:buNone/>
            </a:pPr>
            <a:endParaRPr lang="en-IE" dirty="0"/>
          </a:p>
        </p:txBody>
      </p:sp>
      <p:sp>
        <p:nvSpPr>
          <p:cNvPr id="7" name="TextBox 6">
            <a:extLst>
              <a:ext uri="{FF2B5EF4-FFF2-40B4-BE49-F238E27FC236}">
                <a16:creationId xmlns:a16="http://schemas.microsoft.com/office/drawing/2014/main" id="{601011AC-8677-D8C3-76AF-A868D8C38AB7}"/>
              </a:ext>
            </a:extLst>
          </p:cNvPr>
          <p:cNvSpPr txBox="1"/>
          <p:nvPr/>
        </p:nvSpPr>
        <p:spPr>
          <a:xfrm>
            <a:off x="3048000" y="5281596"/>
            <a:ext cx="6096000" cy="646331"/>
          </a:xfrm>
          <a:prstGeom prst="rect">
            <a:avLst/>
          </a:prstGeom>
          <a:noFill/>
        </p:spPr>
        <p:txBody>
          <a:bodyPr wrap="square">
            <a:spAutoFit/>
          </a:bodyPr>
          <a:lstStyle/>
          <a:p>
            <a:r>
              <a:rPr lang="en-US" dirty="0"/>
              <a:t>https://legal.thomsonreuters.com/en/insights/articles/data-licensing-taking-into-account-data-ownership</a:t>
            </a:r>
          </a:p>
        </p:txBody>
      </p:sp>
    </p:spTree>
    <p:extLst>
      <p:ext uri="{BB962C8B-B14F-4D97-AF65-F5344CB8AC3E}">
        <p14:creationId xmlns:p14="http://schemas.microsoft.com/office/powerpoint/2010/main" val="1653632884"/>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Licensing in Writing</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r>
              <a:rPr lang="en-IE" dirty="0"/>
              <a:t>Get in writing</a:t>
            </a:r>
          </a:p>
          <a:p>
            <a:pPr lvl="1"/>
            <a:r>
              <a:rPr lang="en-IE" dirty="0"/>
              <a:t>Directly from website</a:t>
            </a:r>
          </a:p>
          <a:p>
            <a:pPr lvl="1"/>
            <a:r>
              <a:rPr lang="en-IE" dirty="0"/>
              <a:t>Directly from company</a:t>
            </a:r>
          </a:p>
          <a:p>
            <a:pPr algn="l">
              <a:buFont typeface="Arial" panose="020B0604020202020204" pitchFamily="34" charset="0"/>
              <a:buChar char="•"/>
            </a:pPr>
            <a:r>
              <a:rPr lang="en-US" b="0" i="0" dirty="0">
                <a:solidFill>
                  <a:srgbClr val="404040"/>
                </a:solidFill>
                <a:effectLst/>
                <a:latin typeface="Knowledge2017"/>
              </a:rPr>
              <a:t>The scope of customer information the vendor may use</a:t>
            </a:r>
          </a:p>
          <a:p>
            <a:pPr algn="l">
              <a:buFont typeface="Arial" panose="020B0604020202020204" pitchFamily="34" charset="0"/>
              <a:buChar char="•"/>
            </a:pPr>
            <a:r>
              <a:rPr lang="en-US" b="0" i="0" dirty="0">
                <a:solidFill>
                  <a:srgbClr val="404040"/>
                </a:solidFill>
                <a:effectLst/>
                <a:latin typeface="Knowledge2017"/>
              </a:rPr>
              <a:t>The permitted uses of that information</a:t>
            </a:r>
          </a:p>
          <a:p>
            <a:pPr algn="l">
              <a:buFont typeface="Arial" panose="020B0604020202020204" pitchFamily="34" charset="0"/>
              <a:buChar char="•"/>
            </a:pPr>
            <a:r>
              <a:rPr lang="en-US" b="0" i="0" dirty="0">
                <a:solidFill>
                  <a:srgbClr val="404040"/>
                </a:solidFill>
                <a:effectLst/>
                <a:latin typeface="Knowledge2017"/>
              </a:rPr>
              <a:t>The licensee's promise not to make any other use of the information</a:t>
            </a:r>
          </a:p>
          <a:p>
            <a:pPr marL="0" indent="0">
              <a:buNone/>
            </a:pPr>
            <a:endParaRPr lang="en-IE" dirty="0"/>
          </a:p>
        </p:txBody>
      </p:sp>
      <p:sp>
        <p:nvSpPr>
          <p:cNvPr id="7" name="TextBox 6">
            <a:extLst>
              <a:ext uri="{FF2B5EF4-FFF2-40B4-BE49-F238E27FC236}">
                <a16:creationId xmlns:a16="http://schemas.microsoft.com/office/drawing/2014/main" id="{379FCD04-B5EA-9B61-D859-E842AA7E9FFA}"/>
              </a:ext>
            </a:extLst>
          </p:cNvPr>
          <p:cNvSpPr txBox="1"/>
          <p:nvPr/>
        </p:nvSpPr>
        <p:spPr>
          <a:xfrm>
            <a:off x="1696500" y="5225211"/>
            <a:ext cx="6096000" cy="646331"/>
          </a:xfrm>
          <a:prstGeom prst="rect">
            <a:avLst/>
          </a:prstGeom>
          <a:noFill/>
        </p:spPr>
        <p:txBody>
          <a:bodyPr wrap="square">
            <a:spAutoFit/>
          </a:bodyPr>
          <a:lstStyle/>
          <a:p>
            <a:r>
              <a:rPr lang="en-US" dirty="0"/>
              <a:t>https://legal.thomsonreuters.com/en/insights/articles/data-licensing-taking-into-account-data-ownership</a:t>
            </a:r>
          </a:p>
        </p:txBody>
      </p:sp>
    </p:spTree>
    <p:extLst>
      <p:ext uri="{BB962C8B-B14F-4D97-AF65-F5344CB8AC3E}">
        <p14:creationId xmlns:p14="http://schemas.microsoft.com/office/powerpoint/2010/main" val="926145718"/>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Data Licensing</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8"/>
            <a:ext cx="10515600" cy="4745204"/>
          </a:xfrm>
        </p:spPr>
        <p:txBody>
          <a:bodyPr>
            <a:normAutofit/>
          </a:bodyPr>
          <a:lstStyle/>
          <a:p>
            <a:pPr marL="0" indent="0">
              <a:buNone/>
            </a:pPr>
            <a:r>
              <a:rPr lang="en-IE" dirty="0">
                <a:hlinkClick r:id="rId4"/>
              </a:rPr>
              <a:t>https://data.gov.ie/edpelearning/en/module4/#/id/co-01</a:t>
            </a:r>
            <a:endParaRPr lang="en-IE" dirty="0"/>
          </a:p>
          <a:p>
            <a:pPr marL="0" indent="0">
              <a:buNone/>
            </a:pPr>
            <a:endParaRPr lang="en-IE" dirty="0"/>
          </a:p>
          <a:p>
            <a:pPr marL="0" indent="0">
              <a:buNone/>
            </a:pPr>
            <a:endParaRPr lang="en-IE" dirty="0"/>
          </a:p>
        </p:txBody>
      </p:sp>
      <p:pic>
        <p:nvPicPr>
          <p:cNvPr id="7" name="Picture 6">
            <a:extLst>
              <a:ext uri="{FF2B5EF4-FFF2-40B4-BE49-F238E27FC236}">
                <a16:creationId xmlns:a16="http://schemas.microsoft.com/office/drawing/2014/main" id="{3B907F1F-23B3-6210-5C2C-418133727DD4}"/>
              </a:ext>
            </a:extLst>
          </p:cNvPr>
          <p:cNvPicPr>
            <a:picLocks noChangeAspect="1"/>
          </p:cNvPicPr>
          <p:nvPr/>
        </p:nvPicPr>
        <p:blipFill>
          <a:blip r:embed="rId5"/>
          <a:stretch>
            <a:fillRect/>
          </a:stretch>
        </p:blipFill>
        <p:spPr>
          <a:xfrm>
            <a:off x="2769290" y="1946976"/>
            <a:ext cx="6653420" cy="4072824"/>
          </a:xfrm>
          <a:prstGeom prst="rect">
            <a:avLst/>
          </a:prstGeom>
        </p:spPr>
      </p:pic>
    </p:spTree>
    <p:extLst>
      <p:ext uri="{BB962C8B-B14F-4D97-AF65-F5344CB8AC3E}">
        <p14:creationId xmlns:p14="http://schemas.microsoft.com/office/powerpoint/2010/main" val="2399992834"/>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Data Ethics</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199" y="1274596"/>
            <a:ext cx="10515600" cy="4745204"/>
          </a:xfrm>
        </p:spPr>
        <p:txBody>
          <a:bodyPr>
            <a:normAutofit fontScale="85000" lnSpcReduction="10000"/>
          </a:bodyPr>
          <a:lstStyle/>
          <a:p>
            <a:pPr marL="0" indent="0">
              <a:buNone/>
            </a:pPr>
            <a:r>
              <a:rPr lang="en-US" dirty="0"/>
              <a:t>“With the use of data comes the misuse of data. This has pretty much always</a:t>
            </a:r>
          </a:p>
          <a:p>
            <a:pPr marL="0" indent="0">
              <a:buNone/>
            </a:pPr>
            <a:r>
              <a:rPr lang="en-US" dirty="0"/>
              <a:t>been the case, but recently this idea has been reified as “data ethics” and has</a:t>
            </a:r>
          </a:p>
          <a:p>
            <a:pPr marL="0" indent="0">
              <a:buNone/>
            </a:pPr>
            <a:r>
              <a:rPr lang="en-US" dirty="0"/>
              <a:t>featured somewhat prominently in the news.</a:t>
            </a:r>
          </a:p>
          <a:p>
            <a:r>
              <a:rPr lang="en-US" dirty="0"/>
              <a:t>In the 2016 election, a company called Cambridge Analytica improperly accessed Facebook data and used that for political ad targeting.</a:t>
            </a:r>
          </a:p>
          <a:p>
            <a:r>
              <a:rPr lang="en-US" dirty="0"/>
              <a:t>In 2018, an autonomous car being tested by Uber struck and killed a pedestrian (there was a “safety driver” in the car, but apparently she was not paying attention at the time).</a:t>
            </a:r>
          </a:p>
          <a:p>
            <a:r>
              <a:rPr lang="en-US" dirty="0"/>
              <a:t>Algorithms are used to predict the risk that criminals will reoffend and to sentence them accordingly. Is this more or less fair than allowing judges to determine the same?</a:t>
            </a:r>
          </a:p>
          <a:p>
            <a:r>
              <a:rPr lang="en-US" dirty="0"/>
              <a:t>Some airlines assign families separate seats, forcing them to pay extra to sit together. Should a data scientist have stepped in to prevent this? “</a:t>
            </a:r>
            <a:endParaRPr lang="en-IE" dirty="0"/>
          </a:p>
        </p:txBody>
      </p:sp>
      <p:sp>
        <p:nvSpPr>
          <p:cNvPr id="7" name="TextBox 6">
            <a:extLst>
              <a:ext uri="{FF2B5EF4-FFF2-40B4-BE49-F238E27FC236}">
                <a16:creationId xmlns:a16="http://schemas.microsoft.com/office/drawing/2014/main" id="{9BC2964D-FBFF-1465-FEDA-8941B3917D1D}"/>
              </a:ext>
            </a:extLst>
          </p:cNvPr>
          <p:cNvSpPr txBox="1"/>
          <p:nvPr/>
        </p:nvSpPr>
        <p:spPr>
          <a:xfrm>
            <a:off x="10421470" y="5502210"/>
            <a:ext cx="1864659" cy="369332"/>
          </a:xfrm>
          <a:prstGeom prst="rect">
            <a:avLst/>
          </a:prstGeom>
          <a:noFill/>
        </p:spPr>
        <p:txBody>
          <a:bodyPr wrap="square">
            <a:spAutoFit/>
          </a:bodyPr>
          <a:lstStyle/>
          <a:p>
            <a:r>
              <a:rPr lang="en-US" sz="1800" dirty="0">
                <a:solidFill>
                  <a:srgbClr val="000000"/>
                </a:solidFill>
                <a:effectLst/>
                <a:latin typeface="Times New Roman" panose="02020603050405020304" pitchFamily="18" charset="0"/>
              </a:rPr>
              <a:t>(Grus, pg. 460)</a:t>
            </a:r>
          </a:p>
        </p:txBody>
      </p:sp>
    </p:spTree>
    <p:extLst>
      <p:ext uri="{BB962C8B-B14F-4D97-AF65-F5344CB8AC3E}">
        <p14:creationId xmlns:p14="http://schemas.microsoft.com/office/powerpoint/2010/main" val="1919884965"/>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What is ethics?</a:t>
            </a:r>
            <a:endParaRPr lang="en-IE" dirty="0">
              <a:solidFill>
                <a:schemeClr val="accent1"/>
              </a:solidFill>
            </a:endParaRPr>
          </a:p>
        </p:txBody>
      </p:sp>
      <p:sp>
        <p:nvSpPr>
          <p:cNvPr id="2" name="Content Placeholder 1">
            <a:extLst>
              <a:ext uri="{FF2B5EF4-FFF2-40B4-BE49-F238E27FC236}">
                <a16:creationId xmlns:a16="http://schemas.microsoft.com/office/drawing/2014/main" id="{2D4B64B5-339E-44AC-9794-034EC231958C}"/>
              </a:ext>
            </a:extLst>
          </p:cNvPr>
          <p:cNvSpPr>
            <a:spLocks noGrp="1"/>
          </p:cNvSpPr>
          <p:nvPr>
            <p:ph idx="1"/>
          </p:nvPr>
        </p:nvSpPr>
        <p:spPr>
          <a:xfrm>
            <a:off x="838200" y="1431759"/>
            <a:ext cx="10515600" cy="4745204"/>
          </a:xfrm>
        </p:spPr>
        <p:txBody>
          <a:bodyPr>
            <a:normAutofit/>
          </a:bodyPr>
          <a:lstStyle/>
          <a:p>
            <a:r>
              <a:rPr lang="en-US" sz="2400" dirty="0"/>
              <a:t>“moral principles that control or influence a person’s </a:t>
            </a:r>
            <a:r>
              <a:rPr lang="en-US" sz="2400" dirty="0" err="1"/>
              <a:t>behaviour</a:t>
            </a:r>
            <a:r>
              <a:rPr lang="en-US" sz="2400" dirty="0"/>
              <a:t>” Oxford Dictionary</a:t>
            </a:r>
          </a:p>
          <a:p>
            <a:endParaRPr lang="en-US" sz="2400" dirty="0"/>
          </a:p>
          <a:p>
            <a:r>
              <a:rPr lang="en-US" sz="2400" dirty="0"/>
              <a:t>Something you should not do even though it is not against the law</a:t>
            </a:r>
          </a:p>
          <a:p>
            <a:endParaRPr lang="en-US" sz="2400" dirty="0"/>
          </a:p>
          <a:p>
            <a:r>
              <a:rPr lang="en-US" sz="2400" dirty="0"/>
              <a:t>Should we care about ethics?</a:t>
            </a:r>
          </a:p>
          <a:p>
            <a:endParaRPr lang="en-US" sz="2400" dirty="0"/>
          </a:p>
          <a:p>
            <a:r>
              <a:rPr lang="en-US" sz="2400" dirty="0"/>
              <a:t>You might have to answer to managers, stake holders or even regulators how you acquired your data, use the data, store the data and erase unnecessary client data if applicable.</a:t>
            </a:r>
            <a:endParaRPr lang="en-IE" sz="2400" dirty="0"/>
          </a:p>
        </p:txBody>
      </p:sp>
    </p:spTree>
    <p:extLst>
      <p:ext uri="{BB962C8B-B14F-4D97-AF65-F5344CB8AC3E}">
        <p14:creationId xmlns:p14="http://schemas.microsoft.com/office/powerpoint/2010/main" val="627103170"/>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50087B26-D958-17F4-0B92-F91FC6E6A611}"/>
              </a:ext>
            </a:extLst>
          </p:cNvPr>
          <p:cNvPicPr>
            <a:picLocks noGrp="1" noChangeAspect="1"/>
          </p:cNvPicPr>
          <p:nvPr>
            <p:ph idx="1"/>
          </p:nvPr>
        </p:nvPicPr>
        <p:blipFill>
          <a:blip r:embed="rId3"/>
          <a:stretch>
            <a:fillRect/>
          </a:stretch>
        </p:blipFill>
        <p:spPr>
          <a:xfrm>
            <a:off x="1136358" y="898441"/>
            <a:ext cx="9919283" cy="5057208"/>
          </a:xfr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Ethics in AI</a:t>
            </a:r>
            <a:endParaRPr lang="en-IE" dirty="0">
              <a:solidFill>
                <a:schemeClr val="accent1"/>
              </a:solidFill>
            </a:endParaRPr>
          </a:p>
        </p:txBody>
      </p:sp>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8" name="TextBox 7">
            <a:extLst>
              <a:ext uri="{FF2B5EF4-FFF2-40B4-BE49-F238E27FC236}">
                <a16:creationId xmlns:a16="http://schemas.microsoft.com/office/drawing/2014/main" id="{7906FDFA-D559-E964-64EE-704220A7590F}"/>
              </a:ext>
            </a:extLst>
          </p:cNvPr>
          <p:cNvSpPr txBox="1"/>
          <p:nvPr/>
        </p:nvSpPr>
        <p:spPr>
          <a:xfrm>
            <a:off x="838200" y="6123543"/>
            <a:ext cx="2205987" cy="369332"/>
          </a:xfrm>
          <a:prstGeom prst="rect">
            <a:avLst/>
          </a:prstGeom>
          <a:noFill/>
        </p:spPr>
        <p:txBody>
          <a:bodyPr wrap="square">
            <a:spAutoFit/>
          </a:bodyPr>
          <a:lstStyle/>
          <a:p>
            <a:r>
              <a:rPr lang="en-US" sz="1800" dirty="0">
                <a:solidFill>
                  <a:srgbClr val="000000"/>
                </a:solidFill>
                <a:effectLst/>
                <a:latin typeface="Times New Roman" panose="02020603050405020304" pitchFamily="18" charset="0"/>
              </a:rPr>
              <a:t>(</a:t>
            </a:r>
            <a:r>
              <a:rPr lang="en-US" sz="1800" dirty="0" err="1">
                <a:solidFill>
                  <a:srgbClr val="000000"/>
                </a:solidFill>
                <a:effectLst/>
                <a:latin typeface="Times New Roman" panose="02020603050405020304" pitchFamily="18" charset="0"/>
              </a:rPr>
              <a:t>Masís</a:t>
            </a:r>
            <a:r>
              <a:rPr lang="en-US" sz="1800" dirty="0">
                <a:solidFill>
                  <a:srgbClr val="000000"/>
                </a:solidFill>
                <a:effectLst/>
                <a:latin typeface="Times New Roman" panose="02020603050405020304" pitchFamily="18" charset="0"/>
              </a:rPr>
              <a:t>, 2021)</a:t>
            </a:r>
          </a:p>
        </p:txBody>
      </p:sp>
    </p:spTree>
    <p:extLst>
      <p:ext uri="{BB962C8B-B14F-4D97-AF65-F5344CB8AC3E}">
        <p14:creationId xmlns:p14="http://schemas.microsoft.com/office/powerpoint/2010/main" val="743929729"/>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4B3BE-6925-409B-84D2-6670C50DB8A2}"/>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pic>
        <p:nvPicPr>
          <p:cNvPr id="5" name="Picture 4" descr="A picture containing drawing&#10;&#10;Description automatically generated">
            <a:extLst>
              <a:ext uri="{FF2B5EF4-FFF2-40B4-BE49-F238E27FC236}">
                <a16:creationId xmlns:a16="http://schemas.microsoft.com/office/drawing/2014/main" id="{774532D0-8B4E-4B00-8E0D-13D294F61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799" y="5871542"/>
            <a:ext cx="2871690" cy="838200"/>
          </a:xfrm>
          <a:prstGeom prst="rect">
            <a:avLst/>
          </a:prstGeom>
        </p:spPr>
      </p:pic>
      <p:sp>
        <p:nvSpPr>
          <p:cNvPr id="6" name="Title 5">
            <a:extLst>
              <a:ext uri="{FF2B5EF4-FFF2-40B4-BE49-F238E27FC236}">
                <a16:creationId xmlns:a16="http://schemas.microsoft.com/office/drawing/2014/main" id="{9B7FF174-0E6F-462B-9C74-AA43AB6414BB}"/>
              </a:ext>
            </a:extLst>
          </p:cNvPr>
          <p:cNvSpPr>
            <a:spLocks noGrp="1"/>
          </p:cNvSpPr>
          <p:nvPr>
            <p:ph type="title"/>
          </p:nvPr>
        </p:nvSpPr>
        <p:spPr>
          <a:xfrm>
            <a:off x="838200" y="365125"/>
            <a:ext cx="10515600" cy="1066633"/>
          </a:xfrm>
        </p:spPr>
        <p:txBody>
          <a:bodyPr/>
          <a:lstStyle/>
          <a:p>
            <a:r>
              <a:rPr lang="en-IE" b="1" dirty="0">
                <a:solidFill>
                  <a:schemeClr val="accent1"/>
                </a:solidFill>
              </a:rPr>
              <a:t>Ethics in AI</a:t>
            </a:r>
            <a:endParaRPr lang="en-IE" dirty="0">
              <a:solidFill>
                <a:schemeClr val="accent1"/>
              </a:solidFill>
            </a:endParaRPr>
          </a:p>
        </p:txBody>
      </p:sp>
      <p:pic>
        <p:nvPicPr>
          <p:cNvPr id="1026" name="Picture 2" descr="Fig. 3">
            <a:extLst>
              <a:ext uri="{FF2B5EF4-FFF2-40B4-BE49-F238E27FC236}">
                <a16:creationId xmlns:a16="http://schemas.microsoft.com/office/drawing/2014/main" id="{DAB6978D-9AD5-A6DE-A0D4-A467266C3E4C}"/>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776412" y="1311793"/>
            <a:ext cx="8639175" cy="423441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906FDFA-D559-E964-64EE-704220A7590F}"/>
              </a:ext>
            </a:extLst>
          </p:cNvPr>
          <p:cNvSpPr txBox="1"/>
          <p:nvPr/>
        </p:nvSpPr>
        <p:spPr>
          <a:xfrm>
            <a:off x="9841523" y="5598337"/>
            <a:ext cx="2205987" cy="369332"/>
          </a:xfrm>
          <a:prstGeom prst="rect">
            <a:avLst/>
          </a:prstGeom>
          <a:noFill/>
        </p:spPr>
        <p:txBody>
          <a:bodyPr wrap="square">
            <a:spAutoFit/>
          </a:bodyPr>
          <a:lstStyle/>
          <a:p>
            <a:r>
              <a:rPr lang="en-US" sz="1800" dirty="0">
                <a:solidFill>
                  <a:srgbClr val="000000"/>
                </a:solidFill>
                <a:effectLst/>
                <a:latin typeface="Times New Roman" panose="02020603050405020304" pitchFamily="18" charset="0"/>
              </a:rPr>
              <a:t>(Martin, 2018)</a:t>
            </a:r>
          </a:p>
        </p:txBody>
      </p:sp>
    </p:spTree>
    <p:extLst>
      <p:ext uri="{BB962C8B-B14F-4D97-AF65-F5344CB8AC3E}">
        <p14:creationId xmlns:p14="http://schemas.microsoft.com/office/powerpoint/2010/main" val="3160987967"/>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7A780-1576-5718-58FC-DE9534D654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13E9E04-F5EE-18EA-0D4B-D885E26FCDC4}"/>
              </a:ext>
            </a:extLst>
          </p:cNvPr>
          <p:cNvSpPr>
            <a:spLocks noGrp="1"/>
          </p:cNvSpPr>
          <p:nvPr>
            <p:ph type="title"/>
          </p:nvPr>
        </p:nvSpPr>
        <p:spPr>
          <a:xfrm>
            <a:off x="124770" y="2845777"/>
            <a:ext cx="2165414" cy="609600"/>
          </a:xfrm>
        </p:spPr>
        <p:txBody>
          <a:bodyPr anchor="b">
            <a:normAutofit/>
          </a:bodyPr>
          <a:lstStyle/>
          <a:p>
            <a:r>
              <a:rPr lang="en-IE" b="1" dirty="0"/>
              <a:t>EU AI Act</a:t>
            </a:r>
            <a:endParaRPr lang="en-IE" dirty="0"/>
          </a:p>
        </p:txBody>
      </p:sp>
      <p:sp>
        <p:nvSpPr>
          <p:cNvPr id="3" name="Rectangle 2">
            <a:extLst>
              <a:ext uri="{FF2B5EF4-FFF2-40B4-BE49-F238E27FC236}">
                <a16:creationId xmlns:a16="http://schemas.microsoft.com/office/drawing/2014/main" id="{F1FDDBC4-E161-D44A-9AD0-6729B9FF616F}"/>
              </a:ext>
            </a:extLst>
          </p:cNvPr>
          <p:cNvSpPr/>
          <p:nvPr/>
        </p:nvSpPr>
        <p:spPr>
          <a:xfrm>
            <a:off x="0" y="6019800"/>
            <a:ext cx="12192000" cy="838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graphicFrame>
        <p:nvGraphicFramePr>
          <p:cNvPr id="8" name="Content Placeholder 3">
            <a:extLst>
              <a:ext uri="{FF2B5EF4-FFF2-40B4-BE49-F238E27FC236}">
                <a16:creationId xmlns:a16="http://schemas.microsoft.com/office/drawing/2014/main" id="{A5910695-C328-5CCC-2E61-53E234D0DCDB}"/>
              </a:ext>
            </a:extLst>
          </p:cNvPr>
          <p:cNvGraphicFramePr>
            <a:graphicFrameLocks noGrp="1"/>
          </p:cNvGraphicFramePr>
          <p:nvPr>
            <p:ph idx="1"/>
          </p:nvPr>
        </p:nvGraphicFramePr>
        <p:xfrm>
          <a:off x="2414953" y="281353"/>
          <a:ext cx="9378461" cy="57384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a:extLst>
              <a:ext uri="{FF2B5EF4-FFF2-40B4-BE49-F238E27FC236}">
                <a16:creationId xmlns:a16="http://schemas.microsoft.com/office/drawing/2014/main" id="{83DAD862-23FF-87CB-5521-1C1E1A2C3579}"/>
              </a:ext>
            </a:extLst>
          </p:cNvPr>
          <p:cNvSpPr txBox="1"/>
          <p:nvPr/>
        </p:nvSpPr>
        <p:spPr>
          <a:xfrm>
            <a:off x="278423" y="6115734"/>
            <a:ext cx="6113584" cy="646331"/>
          </a:xfrm>
          <a:prstGeom prst="rect">
            <a:avLst/>
          </a:prstGeom>
          <a:noFill/>
        </p:spPr>
        <p:txBody>
          <a:bodyPr wrap="square">
            <a:spAutoFit/>
          </a:bodyPr>
          <a:lstStyle/>
          <a:p>
            <a:r>
              <a:rPr lang="en-IE" dirty="0"/>
              <a:t>https://www.europarl.europa.eu/topics/en/article/20230601STO93804/eu-ai-act-first-regulation-on-artificial-intelligence</a:t>
            </a:r>
          </a:p>
        </p:txBody>
      </p:sp>
    </p:spTree>
    <p:extLst>
      <p:ext uri="{BB962C8B-B14F-4D97-AF65-F5344CB8AC3E}">
        <p14:creationId xmlns:p14="http://schemas.microsoft.com/office/powerpoint/2010/main" val="923218458"/>
      </p:ext>
    </p:extLst>
  </p:cSld>
  <p:clrMapOvr>
    <a:masterClrMapping/>
  </p:clrMapOvr>
  <mc:AlternateContent xmlns:mc="http://schemas.openxmlformats.org/markup-compatibility/2006" xmlns:p14="http://schemas.microsoft.com/office/powerpoint/2010/main">
    <mc:Choice Requires="p14">
      <p:transition spd="slow" p14:dur="2000" advTm="39693"/>
    </mc:Choice>
    <mc:Fallback xmlns="">
      <p:transition spd="slow" advTm="39693"/>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8EF5C-F7EF-8863-8854-F74FB7C56046}"/>
              </a:ext>
            </a:extLst>
          </p:cNvPr>
          <p:cNvSpPr>
            <a:spLocks noGrp="1"/>
          </p:cNvSpPr>
          <p:nvPr>
            <p:ph type="title"/>
          </p:nvPr>
        </p:nvSpPr>
        <p:spPr>
          <a:xfrm>
            <a:off x="838200" y="365125"/>
            <a:ext cx="10515600" cy="1325563"/>
          </a:xfrm>
        </p:spPr>
        <p:txBody>
          <a:bodyPr anchor="ctr">
            <a:normAutofit/>
          </a:bodyPr>
          <a:lstStyle/>
          <a:p>
            <a:r>
              <a:rPr lang="en-IE" dirty="0"/>
              <a:t>EU AI Act - High risk</a:t>
            </a:r>
          </a:p>
        </p:txBody>
      </p:sp>
      <p:sp>
        <p:nvSpPr>
          <p:cNvPr id="3" name="Content Placeholder 2">
            <a:extLst>
              <a:ext uri="{FF2B5EF4-FFF2-40B4-BE49-F238E27FC236}">
                <a16:creationId xmlns:a16="http://schemas.microsoft.com/office/drawing/2014/main" id="{25904509-9E4D-9B83-35DE-4C1A1854910F}"/>
              </a:ext>
            </a:extLst>
          </p:cNvPr>
          <p:cNvSpPr>
            <a:spLocks noGrp="1"/>
          </p:cNvSpPr>
          <p:nvPr>
            <p:ph idx="1"/>
          </p:nvPr>
        </p:nvSpPr>
        <p:spPr>
          <a:xfrm>
            <a:off x="838200" y="1253331"/>
            <a:ext cx="10515600" cy="4351338"/>
          </a:xfrm>
        </p:spPr>
        <p:txBody>
          <a:bodyPr>
            <a:normAutofit/>
          </a:bodyPr>
          <a:lstStyle/>
          <a:p>
            <a:pPr marL="0" indent="0">
              <a:buNone/>
            </a:pPr>
            <a:r>
              <a:rPr lang="en-US" sz="1500" dirty="0"/>
              <a:t>AI systems that negatively affect safety or fundamental rights will be considered high risk and will be divided into two categories:</a:t>
            </a:r>
          </a:p>
          <a:p>
            <a:pPr marL="0" indent="0">
              <a:buNone/>
            </a:pPr>
            <a:endParaRPr lang="en-US" sz="1500" dirty="0"/>
          </a:p>
          <a:p>
            <a:pPr marL="514350" indent="-514350">
              <a:buFont typeface="+mj-lt"/>
              <a:buAutoNum type="arabicPeriod"/>
            </a:pPr>
            <a:r>
              <a:rPr lang="en-US" sz="1500" dirty="0"/>
              <a:t>AI systems that are used in products falling under the EU’s product safety legislation. This includes toys, aviation, cars, medical devices and lifts.</a:t>
            </a:r>
          </a:p>
          <a:p>
            <a:pPr marL="514350" indent="-514350">
              <a:buFont typeface="+mj-lt"/>
              <a:buAutoNum type="arabicPeriod"/>
            </a:pPr>
            <a:r>
              <a:rPr lang="en-US" sz="1500" dirty="0"/>
              <a:t>AI systems falling into specific areas that will have to be registered in an EU database:</a:t>
            </a:r>
          </a:p>
          <a:p>
            <a:pPr marL="971550" lvl="1" indent="-514350">
              <a:buFont typeface="+mj-lt"/>
              <a:buAutoNum type="arabicPeriod"/>
            </a:pPr>
            <a:r>
              <a:rPr lang="en-US" sz="1500" dirty="0"/>
              <a:t>Management and operation of critical infrastructure</a:t>
            </a:r>
          </a:p>
          <a:p>
            <a:pPr marL="971550" lvl="1" indent="-514350">
              <a:buFont typeface="+mj-lt"/>
              <a:buAutoNum type="arabicPeriod"/>
            </a:pPr>
            <a:r>
              <a:rPr lang="en-US" sz="1500" dirty="0"/>
              <a:t>Education and vocational training</a:t>
            </a:r>
          </a:p>
          <a:p>
            <a:pPr marL="971550" lvl="1" indent="-514350">
              <a:buFont typeface="+mj-lt"/>
              <a:buAutoNum type="arabicPeriod"/>
            </a:pPr>
            <a:r>
              <a:rPr lang="en-US" sz="1500" dirty="0"/>
              <a:t>Employment, worker management and access to self-employment</a:t>
            </a:r>
          </a:p>
          <a:p>
            <a:pPr marL="971550" lvl="1" indent="-514350">
              <a:buFont typeface="+mj-lt"/>
              <a:buAutoNum type="arabicPeriod"/>
            </a:pPr>
            <a:r>
              <a:rPr lang="en-US" sz="1500" dirty="0"/>
              <a:t>Access to and enjoyment of essential private services and public services and benefits</a:t>
            </a:r>
          </a:p>
          <a:p>
            <a:pPr marL="971550" lvl="1" indent="-514350">
              <a:buFont typeface="+mj-lt"/>
              <a:buAutoNum type="arabicPeriod"/>
            </a:pPr>
            <a:r>
              <a:rPr lang="en-US" sz="1500" dirty="0"/>
              <a:t>Law enforcement</a:t>
            </a:r>
          </a:p>
          <a:p>
            <a:pPr marL="971550" lvl="1" indent="-514350">
              <a:buFont typeface="+mj-lt"/>
              <a:buAutoNum type="arabicPeriod"/>
            </a:pPr>
            <a:r>
              <a:rPr lang="en-US" sz="1500" dirty="0"/>
              <a:t>Migration, asylum and border control management</a:t>
            </a:r>
          </a:p>
          <a:p>
            <a:pPr marL="971550" lvl="1" indent="-514350">
              <a:buFont typeface="+mj-lt"/>
              <a:buAutoNum type="arabicPeriod"/>
            </a:pPr>
            <a:r>
              <a:rPr lang="en-US" sz="1500" dirty="0"/>
              <a:t>Assistance in legal interpretation and application of the law.</a:t>
            </a:r>
          </a:p>
          <a:p>
            <a:pPr marL="0" indent="0">
              <a:buNone/>
            </a:pPr>
            <a:endParaRPr lang="en-US" sz="1500" dirty="0"/>
          </a:p>
          <a:p>
            <a:pPr marL="0" indent="0">
              <a:buNone/>
            </a:pPr>
            <a:r>
              <a:rPr lang="en-US" sz="1500" dirty="0"/>
              <a:t>All high-risk AI systems will be assessed before being put on the market and also throughout their lifecycle.</a:t>
            </a:r>
            <a:endParaRPr lang="en-IE" sz="1500" dirty="0"/>
          </a:p>
        </p:txBody>
      </p:sp>
      <p:sp>
        <p:nvSpPr>
          <p:cNvPr id="4" name="TextBox 3">
            <a:extLst>
              <a:ext uri="{FF2B5EF4-FFF2-40B4-BE49-F238E27FC236}">
                <a16:creationId xmlns:a16="http://schemas.microsoft.com/office/drawing/2014/main" id="{F7D03256-4E9A-BF02-BBC6-185F28712A43}"/>
              </a:ext>
            </a:extLst>
          </p:cNvPr>
          <p:cNvSpPr txBox="1"/>
          <p:nvPr/>
        </p:nvSpPr>
        <p:spPr>
          <a:xfrm>
            <a:off x="278423" y="6115734"/>
            <a:ext cx="6113584" cy="646331"/>
          </a:xfrm>
          <a:prstGeom prst="rect">
            <a:avLst/>
          </a:prstGeom>
          <a:noFill/>
        </p:spPr>
        <p:txBody>
          <a:bodyPr wrap="square">
            <a:spAutoFit/>
          </a:bodyPr>
          <a:lstStyle/>
          <a:p>
            <a:r>
              <a:rPr lang="en-IE" dirty="0"/>
              <a:t>https://www.europarl.europa.eu/topics/en/article/20230601STO93804/eu-ai-act-first-regulation-on-artificial-intelligence</a:t>
            </a:r>
          </a:p>
        </p:txBody>
      </p:sp>
    </p:spTree>
    <p:extLst>
      <p:ext uri="{BB962C8B-B14F-4D97-AF65-F5344CB8AC3E}">
        <p14:creationId xmlns:p14="http://schemas.microsoft.com/office/powerpoint/2010/main" val="2898453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4BB2B-4953-087E-F9C4-9E3166EEC251}"/>
              </a:ext>
            </a:extLst>
          </p:cNvPr>
          <p:cNvSpPr>
            <a:spLocks noGrp="1"/>
          </p:cNvSpPr>
          <p:nvPr>
            <p:ph type="title"/>
          </p:nvPr>
        </p:nvSpPr>
        <p:spPr>
          <a:xfrm>
            <a:off x="838200" y="365125"/>
            <a:ext cx="10515600" cy="1066633"/>
          </a:xfrm>
        </p:spPr>
        <p:txBody>
          <a:bodyPr anchor="ctr">
            <a:normAutofit/>
          </a:bodyPr>
          <a:lstStyle/>
          <a:p>
            <a:r>
              <a:rPr lang="en-US" sz="4100"/>
              <a:t>EU AI Act – General Purpose and Generative AI</a:t>
            </a:r>
            <a:endParaRPr lang="en-IE" sz="4100"/>
          </a:p>
        </p:txBody>
      </p:sp>
      <p:sp>
        <p:nvSpPr>
          <p:cNvPr id="3" name="Content Placeholder 2">
            <a:extLst>
              <a:ext uri="{FF2B5EF4-FFF2-40B4-BE49-F238E27FC236}">
                <a16:creationId xmlns:a16="http://schemas.microsoft.com/office/drawing/2014/main" id="{7A9393BF-C1AB-BD41-D40D-6A160CEC21DD}"/>
              </a:ext>
            </a:extLst>
          </p:cNvPr>
          <p:cNvSpPr>
            <a:spLocks noGrp="1"/>
          </p:cNvSpPr>
          <p:nvPr>
            <p:ph idx="1"/>
          </p:nvPr>
        </p:nvSpPr>
        <p:spPr>
          <a:xfrm>
            <a:off x="838200" y="1431759"/>
            <a:ext cx="10515600" cy="4745204"/>
          </a:xfrm>
        </p:spPr>
        <p:txBody>
          <a:bodyPr>
            <a:normAutofit/>
          </a:bodyPr>
          <a:lstStyle/>
          <a:p>
            <a:pPr marL="0" indent="0">
              <a:buNone/>
            </a:pPr>
            <a:r>
              <a:rPr lang="en-US" dirty="0"/>
              <a:t>Generative AI, like ChatGPT, would have to comply with transparency requirements:</a:t>
            </a:r>
          </a:p>
          <a:p>
            <a:r>
              <a:rPr lang="en-US" dirty="0"/>
              <a:t>Disclosing that the content was generated by AI</a:t>
            </a:r>
          </a:p>
          <a:p>
            <a:r>
              <a:rPr lang="en-US" dirty="0"/>
              <a:t>Designing the model to prevent it from generating illegal content</a:t>
            </a:r>
          </a:p>
          <a:p>
            <a:r>
              <a:rPr lang="en-US" dirty="0"/>
              <a:t>Publishing summaries of copyrighted data used for training </a:t>
            </a:r>
          </a:p>
          <a:p>
            <a:endParaRPr lang="en-US" dirty="0"/>
          </a:p>
          <a:p>
            <a:pPr marL="0" indent="0">
              <a:buNone/>
            </a:pPr>
            <a:r>
              <a:rPr lang="en-US" dirty="0"/>
              <a:t>High-impact general-purpose AI models that might pose systemic risk, such as the more advanced AI model GPT-4, would have to undergo thorough evaluations, and any serious incidents would have to be reported to the European Commission.</a:t>
            </a:r>
            <a:endParaRPr lang="en-IE" dirty="0"/>
          </a:p>
        </p:txBody>
      </p:sp>
      <p:sp>
        <p:nvSpPr>
          <p:cNvPr id="4" name="TextBox 3">
            <a:extLst>
              <a:ext uri="{FF2B5EF4-FFF2-40B4-BE49-F238E27FC236}">
                <a16:creationId xmlns:a16="http://schemas.microsoft.com/office/drawing/2014/main" id="{3E20CE73-600B-1452-380E-545B64DF292D}"/>
              </a:ext>
            </a:extLst>
          </p:cNvPr>
          <p:cNvSpPr txBox="1"/>
          <p:nvPr/>
        </p:nvSpPr>
        <p:spPr>
          <a:xfrm>
            <a:off x="278423" y="6115734"/>
            <a:ext cx="6113584" cy="646331"/>
          </a:xfrm>
          <a:prstGeom prst="rect">
            <a:avLst/>
          </a:prstGeom>
          <a:noFill/>
        </p:spPr>
        <p:txBody>
          <a:bodyPr wrap="square">
            <a:spAutoFit/>
          </a:bodyPr>
          <a:lstStyle/>
          <a:p>
            <a:r>
              <a:rPr lang="en-IE" dirty="0"/>
              <a:t>https://www.europarl.europa.eu/topics/en/article/20230601STO93804/eu-ai-act-first-regulation-on-artificial-intelligence</a:t>
            </a:r>
          </a:p>
        </p:txBody>
      </p:sp>
    </p:spTree>
    <p:extLst>
      <p:ext uri="{BB962C8B-B14F-4D97-AF65-F5344CB8AC3E}">
        <p14:creationId xmlns:p14="http://schemas.microsoft.com/office/powerpoint/2010/main" val="1433862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0AC6A-8828-1C7F-5D12-D3AB7F479268}"/>
              </a:ext>
            </a:extLst>
          </p:cNvPr>
          <p:cNvSpPr>
            <a:spLocks noGrp="1"/>
          </p:cNvSpPr>
          <p:nvPr>
            <p:ph type="title"/>
          </p:nvPr>
        </p:nvSpPr>
        <p:spPr/>
        <p:txBody>
          <a:bodyPr/>
          <a:lstStyle/>
          <a:p>
            <a:r>
              <a:rPr lang="en-US" dirty="0"/>
              <a:t>EU AI Act</a:t>
            </a:r>
            <a:endParaRPr lang="en-IE" dirty="0"/>
          </a:p>
        </p:txBody>
      </p:sp>
      <p:pic>
        <p:nvPicPr>
          <p:cNvPr id="1026" name="Picture 2">
            <a:extLst>
              <a:ext uri="{FF2B5EF4-FFF2-40B4-BE49-F238E27FC236}">
                <a16:creationId xmlns:a16="http://schemas.microsoft.com/office/drawing/2014/main" id="{8DECF2D7-96D9-BBFF-63FD-EB849C23D50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560637"/>
            <a:ext cx="10515600" cy="448761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57EFCA8-0389-8617-DC91-D1DF65AC1DC9}"/>
              </a:ext>
            </a:extLst>
          </p:cNvPr>
          <p:cNvSpPr txBox="1"/>
          <p:nvPr/>
        </p:nvSpPr>
        <p:spPr>
          <a:xfrm>
            <a:off x="363415" y="6169709"/>
            <a:ext cx="6096000" cy="646331"/>
          </a:xfrm>
          <a:prstGeom prst="rect">
            <a:avLst/>
          </a:prstGeom>
          <a:noFill/>
        </p:spPr>
        <p:txBody>
          <a:bodyPr wrap="square">
            <a:spAutoFit/>
          </a:bodyPr>
          <a:lstStyle/>
          <a:p>
            <a:r>
              <a:rPr lang="en-IE" dirty="0"/>
              <a:t>https://www2.deloitte.com/dl/en/pages/legal/articles/ki-verordnung-eu.html</a:t>
            </a:r>
          </a:p>
        </p:txBody>
      </p:sp>
    </p:spTree>
    <p:extLst>
      <p:ext uri="{BB962C8B-B14F-4D97-AF65-F5344CB8AC3E}">
        <p14:creationId xmlns:p14="http://schemas.microsoft.com/office/powerpoint/2010/main" val="20340624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0264487"/>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123E08C2-802D-4558-8D0B-9181D4744635}" vid="{CE5D96AA-F7EA-4E81-BC9F-C99F6AF082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Theme1</Template>
  <TotalTime>2</TotalTime>
  <Words>1286</Words>
  <Application>Microsoft Office PowerPoint</Application>
  <PresentationFormat>Widescreen</PresentationFormat>
  <Paragraphs>138</Paragraphs>
  <Slides>25</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Aptos</vt:lpstr>
      <vt:lpstr>Arial</vt:lpstr>
      <vt:lpstr>Calibri</vt:lpstr>
      <vt:lpstr>Calibri Light</vt:lpstr>
      <vt:lpstr>Knowledge2017</vt:lpstr>
      <vt:lpstr>LiberationSerif</vt:lpstr>
      <vt:lpstr>LiberationSerif-Italic</vt:lpstr>
      <vt:lpstr>Times New Roman</vt:lpstr>
      <vt:lpstr>Theme1</vt:lpstr>
      <vt:lpstr>Legal, Ethical and Regulatory Constraints  </vt:lpstr>
      <vt:lpstr>Copyright Notice The following material has been communicated to you by or on behalf of CCT College Dublin in accordance with the Copyright and Related Rights Act 2000 (the Act). The material may be subject to copyright under the Act and any further reproduction, communication or distribution of this material must be in accordance with the Act.  Do not remove this notice</vt:lpstr>
      <vt:lpstr>Data Licensing</vt:lpstr>
      <vt:lpstr>Introduction to GDPR</vt:lpstr>
      <vt:lpstr>Scope of GDPR</vt:lpstr>
      <vt:lpstr>Rights of Data Subjects</vt:lpstr>
      <vt:lpstr>Data Controllers and Data Processors</vt:lpstr>
      <vt:lpstr>Lawful Processing of Personal Data</vt:lpstr>
      <vt:lpstr>Data Protection Impact Assessments (DPIAs)</vt:lpstr>
      <vt:lpstr>Data Breach Notification</vt:lpstr>
      <vt:lpstr>Data Protection Officers (DPOs)</vt:lpstr>
      <vt:lpstr>Practical Implementation of GDPR</vt:lpstr>
      <vt:lpstr>GDPR in a Changing Landscape</vt:lpstr>
      <vt:lpstr>Data Use</vt:lpstr>
      <vt:lpstr>Licensing in Writing</vt:lpstr>
      <vt:lpstr>Data Licensing</vt:lpstr>
      <vt:lpstr>Data Ethics</vt:lpstr>
      <vt:lpstr>What is ethics?</vt:lpstr>
      <vt:lpstr>Ethics in AI</vt:lpstr>
      <vt:lpstr>Ethics in AI</vt:lpstr>
      <vt:lpstr>EU AI Act</vt:lpstr>
      <vt:lpstr>EU AI Act - High risk</vt:lpstr>
      <vt:lpstr>EU AI Act – General Purpose and Generative AI</vt:lpstr>
      <vt:lpstr>EU AI Act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Garza</dc:creator>
  <cp:lastModifiedBy>James Garza</cp:lastModifiedBy>
  <cp:revision>1</cp:revision>
  <dcterms:created xsi:type="dcterms:W3CDTF">2024-09-18T17:42:45Z</dcterms:created>
  <dcterms:modified xsi:type="dcterms:W3CDTF">2024-09-18T17:45:44Z</dcterms:modified>
</cp:coreProperties>
</file>